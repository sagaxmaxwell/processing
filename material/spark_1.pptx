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7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8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9.xml" ContentType="application/vnd.openxmlformats-officedocument.theme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0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theme/theme11.xml" ContentType="application/vnd.openxmlformats-officedocument.theme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theme/theme12.xml" ContentType="application/vnd.openxmlformats-officedocument.theme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theme/theme13.xml" ContentType="application/vnd.openxmlformats-officedocument.theme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theme/theme14.xml" ContentType="application/vnd.openxmlformats-officedocument.theme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theme/theme15.xml" ContentType="application/vnd.openxmlformats-officedocument.theme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theme/theme16.xml" ContentType="application/vnd.openxmlformats-officedocument.theme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theme/theme17.xml" ContentType="application/vnd.openxmlformats-officedocument.theme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18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theme/theme19.xml" ContentType="application/vnd.openxmlformats-officedocument.theme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theme/theme20.xml" ContentType="application/vnd.openxmlformats-officedocument.theme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theme/theme21.xml" ContentType="application/vnd.openxmlformats-officedocument.theme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theme/theme22.xml" ContentType="application/vnd.openxmlformats-officedocument.theme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theme/theme23.xml" ContentType="application/vnd.openxmlformats-officedocument.theme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theme/theme24.xml" ContentType="application/vnd.openxmlformats-officedocument.theme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theme/theme25.xml" ContentType="application/vnd.openxmlformats-officedocument.theme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theme/theme26.xml" ContentType="application/vnd.openxmlformats-officedocument.theme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theme/theme27.xml" ContentType="application/vnd.openxmlformats-officedocument.theme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theme/theme28.xml" ContentType="application/vnd.openxmlformats-officedocument.theme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theme/theme29.xml" ContentType="application/vnd.openxmlformats-officedocument.theme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theme/theme30.xml" ContentType="application/vnd.openxmlformats-officedocument.theme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theme/theme31.xml" ContentType="application/vnd.openxmlformats-officedocument.theme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theme/theme32.xml" ContentType="application/vnd.openxmlformats-officedocument.theme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theme/theme33.xml" ContentType="application/vnd.openxmlformats-officedocument.theme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theme/theme34.xml" ContentType="application/vnd.openxmlformats-officedocument.theme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theme/theme35.xml" ContentType="application/vnd.openxmlformats-officedocument.theme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theme/theme36.xml" ContentType="application/vnd.openxmlformats-officedocument.theme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theme/theme37.xml" ContentType="application/vnd.openxmlformats-officedocument.theme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theme/theme38.xml" ContentType="application/vnd.openxmlformats-officedocument.theme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theme/theme39.xml" ContentType="application/vnd.openxmlformats-officedocument.theme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theme/theme40.xml" ContentType="application/vnd.openxmlformats-officedocument.theme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theme/theme41.xml" ContentType="application/vnd.openxmlformats-officedocument.theme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theme/theme42.xml" ContentType="application/vnd.openxmlformats-officedocument.theme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theme/theme43.xml" ContentType="application/vnd.openxmlformats-officedocument.theme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theme/theme44.xml" ContentType="application/vnd.openxmlformats-officedocument.theme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theme/theme45.xml" ContentType="application/vnd.openxmlformats-officedocument.theme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theme/theme46.xml" ContentType="application/vnd.openxmlformats-officedocument.theme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theme/theme47.xml" ContentType="application/vnd.openxmlformats-officedocument.theme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theme/theme48.xml" ContentType="application/vnd.openxmlformats-officedocument.theme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theme/theme49.xml" ContentType="application/vnd.openxmlformats-officedocument.theme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0.xml" ContentType="application/vnd.openxmlformats-officedocument.presentationml.slideLayout+xml"/>
  <Override PartName="/ppt/theme/theme50.xml" ContentType="application/vnd.openxmlformats-officedocument.theme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theme/theme51.xml" ContentType="application/vnd.openxmlformats-officedocument.theme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theme/theme52.xml" ContentType="application/vnd.openxmlformats-officedocument.theme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theme/theme53.xml" ContentType="application/vnd.openxmlformats-officedocument.theme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theme/theme54.xml" ContentType="application/vnd.openxmlformats-officedocument.theme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theme/theme55.xml" ContentType="application/vnd.openxmlformats-officedocument.theme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theme/theme56.xml" ContentType="application/vnd.openxmlformats-officedocument.theme+xml"/>
  <Override PartName="/ppt/slideLayouts/slideLayout729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theme/theme57.xml" ContentType="application/vnd.openxmlformats-officedocument.theme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theme/theme58.xml" ContentType="application/vnd.openxmlformats-officedocument.theme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theme/theme59.xml" ContentType="application/vnd.openxmlformats-officedocument.theme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0.xml" ContentType="application/vnd.openxmlformats-officedocument.presentationml.slideLayout+xml"/>
  <Override PartName="/ppt/theme/theme60.xml" ContentType="application/vnd.openxmlformats-officedocument.theme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theme/theme61.xml" ContentType="application/vnd.openxmlformats-officedocument.theme+xml"/>
  <Override PartName="/ppt/theme/theme62.xml" ContentType="application/vnd.openxmlformats-officedocument.theme+xml"/>
  <Override PartName="/ppt/theme/theme6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6" r:id="rId2"/>
    <p:sldMasterId id="2147483690" r:id="rId3"/>
    <p:sldMasterId id="2147483704" r:id="rId4"/>
    <p:sldMasterId id="2147483718" r:id="rId5"/>
    <p:sldMasterId id="2147483732" r:id="rId6"/>
    <p:sldMasterId id="2147483746" r:id="rId7"/>
    <p:sldMasterId id="2147483760" r:id="rId8"/>
    <p:sldMasterId id="2147483774" r:id="rId9"/>
    <p:sldMasterId id="2147483788" r:id="rId10"/>
    <p:sldMasterId id="2147483802" r:id="rId11"/>
    <p:sldMasterId id="2147483816" r:id="rId12"/>
    <p:sldMasterId id="2147483830" r:id="rId13"/>
    <p:sldMasterId id="2147483844" r:id="rId14"/>
    <p:sldMasterId id="2147483858" r:id="rId15"/>
    <p:sldMasterId id="2147483872" r:id="rId16"/>
    <p:sldMasterId id="2147483886" r:id="rId17"/>
    <p:sldMasterId id="2147483900" r:id="rId18"/>
    <p:sldMasterId id="2147483914" r:id="rId19"/>
    <p:sldMasterId id="2147483928" r:id="rId20"/>
    <p:sldMasterId id="2147483942" r:id="rId21"/>
    <p:sldMasterId id="2147483956" r:id="rId22"/>
    <p:sldMasterId id="2147483970" r:id="rId23"/>
    <p:sldMasterId id="2147483984" r:id="rId24"/>
    <p:sldMasterId id="2147483998" r:id="rId25"/>
    <p:sldMasterId id="2147484012" r:id="rId26"/>
    <p:sldMasterId id="2147484026" r:id="rId27"/>
    <p:sldMasterId id="2147484040" r:id="rId28"/>
    <p:sldMasterId id="2147484054" r:id="rId29"/>
    <p:sldMasterId id="2147484068" r:id="rId30"/>
    <p:sldMasterId id="2147484082" r:id="rId31"/>
    <p:sldMasterId id="2147484096" r:id="rId32"/>
    <p:sldMasterId id="2147484110" r:id="rId33"/>
    <p:sldMasterId id="2147484124" r:id="rId34"/>
    <p:sldMasterId id="2147484138" r:id="rId35"/>
    <p:sldMasterId id="2147484152" r:id="rId36"/>
    <p:sldMasterId id="2147484166" r:id="rId37"/>
    <p:sldMasterId id="2147484180" r:id="rId38"/>
    <p:sldMasterId id="2147484194" r:id="rId39"/>
    <p:sldMasterId id="2147484208" r:id="rId40"/>
    <p:sldMasterId id="2147484222" r:id="rId41"/>
    <p:sldMasterId id="2147484236" r:id="rId42"/>
    <p:sldMasterId id="2147484250" r:id="rId43"/>
    <p:sldMasterId id="2147484264" r:id="rId44"/>
    <p:sldMasterId id="2147484278" r:id="rId45"/>
    <p:sldMasterId id="2147484292" r:id="rId46"/>
    <p:sldMasterId id="2147484306" r:id="rId47"/>
    <p:sldMasterId id="2147484320" r:id="rId48"/>
    <p:sldMasterId id="2147484334" r:id="rId49"/>
    <p:sldMasterId id="2147484348" r:id="rId50"/>
    <p:sldMasterId id="2147484362" r:id="rId51"/>
    <p:sldMasterId id="2147484376" r:id="rId52"/>
    <p:sldMasterId id="2147484390" r:id="rId53"/>
    <p:sldMasterId id="2147484404" r:id="rId54"/>
    <p:sldMasterId id="2147484418" r:id="rId55"/>
    <p:sldMasterId id="2147484432" r:id="rId56"/>
    <p:sldMasterId id="2147484446" r:id="rId57"/>
    <p:sldMasterId id="2147484460" r:id="rId58"/>
    <p:sldMasterId id="2147484474" r:id="rId59"/>
    <p:sldMasterId id="2147484488" r:id="rId60"/>
    <p:sldMasterId id="2147484502" r:id="rId61"/>
  </p:sldMasterIdLst>
  <p:notesMasterIdLst>
    <p:notesMasterId r:id="rId149"/>
  </p:notesMasterIdLst>
  <p:handoutMasterIdLst>
    <p:handoutMasterId r:id="rId150"/>
  </p:handoutMasterIdLst>
  <p:sldIdLst>
    <p:sldId id="463" r:id="rId62"/>
    <p:sldId id="464" r:id="rId63"/>
    <p:sldId id="762" r:id="rId64"/>
    <p:sldId id="465" r:id="rId65"/>
    <p:sldId id="466" r:id="rId66"/>
    <p:sldId id="467" r:id="rId67"/>
    <p:sldId id="468" r:id="rId68"/>
    <p:sldId id="763" r:id="rId69"/>
    <p:sldId id="764" r:id="rId70"/>
    <p:sldId id="471" r:id="rId71"/>
    <p:sldId id="472" r:id="rId72"/>
    <p:sldId id="768" r:id="rId73"/>
    <p:sldId id="766" r:id="rId74"/>
    <p:sldId id="474" r:id="rId75"/>
    <p:sldId id="771" r:id="rId76"/>
    <p:sldId id="773" r:id="rId77"/>
    <p:sldId id="769" r:id="rId78"/>
    <p:sldId id="770" r:id="rId79"/>
    <p:sldId id="848" r:id="rId80"/>
    <p:sldId id="849" r:id="rId81"/>
    <p:sldId id="850" r:id="rId82"/>
    <p:sldId id="475" r:id="rId83"/>
    <p:sldId id="774" r:id="rId84"/>
    <p:sldId id="775" r:id="rId85"/>
    <p:sldId id="480" r:id="rId86"/>
    <p:sldId id="851" r:id="rId87"/>
    <p:sldId id="482" r:id="rId88"/>
    <p:sldId id="788" r:id="rId89"/>
    <p:sldId id="789" r:id="rId90"/>
    <p:sldId id="790" r:id="rId91"/>
    <p:sldId id="791" r:id="rId92"/>
    <p:sldId id="792" r:id="rId93"/>
    <p:sldId id="793" r:id="rId94"/>
    <p:sldId id="794" r:id="rId95"/>
    <p:sldId id="795" r:id="rId96"/>
    <p:sldId id="796" r:id="rId97"/>
    <p:sldId id="797" r:id="rId98"/>
    <p:sldId id="798" r:id="rId99"/>
    <p:sldId id="799" r:id="rId100"/>
    <p:sldId id="800" r:id="rId101"/>
    <p:sldId id="801" r:id="rId102"/>
    <p:sldId id="802" r:id="rId103"/>
    <p:sldId id="803" r:id="rId104"/>
    <p:sldId id="804" r:id="rId105"/>
    <p:sldId id="805" r:id="rId106"/>
    <p:sldId id="806" r:id="rId107"/>
    <p:sldId id="807" r:id="rId108"/>
    <p:sldId id="808" r:id="rId109"/>
    <p:sldId id="809" r:id="rId110"/>
    <p:sldId id="810" r:id="rId111"/>
    <p:sldId id="811" r:id="rId112"/>
    <p:sldId id="812" r:id="rId113"/>
    <p:sldId id="813" r:id="rId114"/>
    <p:sldId id="814" r:id="rId115"/>
    <p:sldId id="815" r:id="rId116"/>
    <p:sldId id="816" r:id="rId117"/>
    <p:sldId id="817" r:id="rId118"/>
    <p:sldId id="818" r:id="rId119"/>
    <p:sldId id="819" r:id="rId120"/>
    <p:sldId id="820" r:id="rId121"/>
    <p:sldId id="821" r:id="rId122"/>
    <p:sldId id="822" r:id="rId123"/>
    <p:sldId id="823" r:id="rId124"/>
    <p:sldId id="824" r:id="rId125"/>
    <p:sldId id="825" r:id="rId126"/>
    <p:sldId id="826" r:id="rId127"/>
    <p:sldId id="827" r:id="rId128"/>
    <p:sldId id="828" r:id="rId129"/>
    <p:sldId id="829" r:id="rId130"/>
    <p:sldId id="830" r:id="rId131"/>
    <p:sldId id="831" r:id="rId132"/>
    <p:sldId id="832" r:id="rId133"/>
    <p:sldId id="833" r:id="rId134"/>
    <p:sldId id="834" r:id="rId135"/>
    <p:sldId id="835" r:id="rId136"/>
    <p:sldId id="836" r:id="rId137"/>
    <p:sldId id="837" r:id="rId138"/>
    <p:sldId id="838" r:id="rId139"/>
    <p:sldId id="839" r:id="rId140"/>
    <p:sldId id="840" r:id="rId141"/>
    <p:sldId id="841" r:id="rId142"/>
    <p:sldId id="842" r:id="rId143"/>
    <p:sldId id="843" r:id="rId144"/>
    <p:sldId id="844" r:id="rId145"/>
    <p:sldId id="845" r:id="rId146"/>
    <p:sldId id="846" r:id="rId147"/>
    <p:sldId id="847" r:id="rId148"/>
  </p:sldIdLst>
  <p:sldSz cx="9144000" cy="6858000" type="screen4x3"/>
  <p:notesSz cx="6858000" cy="9144000"/>
  <p:custDataLst>
    <p:tags r:id="rId15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29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77">
          <p15:clr>
            <a:srgbClr val="A4A3A4"/>
          </p15:clr>
        </p15:guide>
        <p15:guide id="2" pos="21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60" autoAdjust="0"/>
  </p:normalViewPr>
  <p:slideViewPr>
    <p:cSldViewPr showGuides="1">
      <p:cViewPr varScale="1">
        <p:scale>
          <a:sx n="99" d="100"/>
          <a:sy n="99" d="100"/>
        </p:scale>
        <p:origin x="1866" y="84"/>
      </p:cViewPr>
      <p:guideLst>
        <p:guide orient="horz" pos="2158"/>
        <p:guide pos="290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77"/>
        <p:guide pos="21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56.xml"/><Relationship Id="rId21" Type="http://schemas.openxmlformats.org/officeDocument/2006/relationships/slideMaster" Target="slideMasters/slideMaster21.xml"/><Relationship Id="rId42" Type="http://schemas.openxmlformats.org/officeDocument/2006/relationships/slideMaster" Target="slideMasters/slideMaster42.xml"/><Relationship Id="rId63" Type="http://schemas.openxmlformats.org/officeDocument/2006/relationships/slide" Target="slides/slide2.xml"/><Relationship Id="rId84" Type="http://schemas.openxmlformats.org/officeDocument/2006/relationships/slide" Target="slides/slide23.xml"/><Relationship Id="rId138" Type="http://schemas.openxmlformats.org/officeDocument/2006/relationships/slide" Target="slides/slide77.xml"/><Relationship Id="rId107" Type="http://schemas.openxmlformats.org/officeDocument/2006/relationships/slide" Target="slides/slide46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53" Type="http://schemas.openxmlformats.org/officeDocument/2006/relationships/slideMaster" Target="slideMasters/slideMaster53.xml"/><Relationship Id="rId74" Type="http://schemas.openxmlformats.org/officeDocument/2006/relationships/slide" Target="slides/slide13.xml"/><Relationship Id="rId128" Type="http://schemas.openxmlformats.org/officeDocument/2006/relationships/slide" Target="slides/slide67.xml"/><Relationship Id="rId149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3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43" Type="http://schemas.openxmlformats.org/officeDocument/2006/relationships/slideMaster" Target="slideMasters/slideMaster43.xml"/><Relationship Id="rId48" Type="http://schemas.openxmlformats.org/officeDocument/2006/relationships/slideMaster" Target="slideMasters/slideMaster48.xml"/><Relationship Id="rId64" Type="http://schemas.openxmlformats.org/officeDocument/2006/relationships/slide" Target="slides/slide3.xml"/><Relationship Id="rId69" Type="http://schemas.openxmlformats.org/officeDocument/2006/relationships/slide" Target="slides/slide8.xml"/><Relationship Id="rId113" Type="http://schemas.openxmlformats.org/officeDocument/2006/relationships/slide" Target="slides/slide52.xml"/><Relationship Id="rId118" Type="http://schemas.openxmlformats.org/officeDocument/2006/relationships/slide" Target="slides/slide57.xml"/><Relationship Id="rId134" Type="http://schemas.openxmlformats.org/officeDocument/2006/relationships/slide" Target="slides/slide73.xml"/><Relationship Id="rId139" Type="http://schemas.openxmlformats.org/officeDocument/2006/relationships/slide" Target="slides/slide78.xml"/><Relationship Id="rId80" Type="http://schemas.openxmlformats.org/officeDocument/2006/relationships/slide" Target="slides/slide19.xml"/><Relationship Id="rId85" Type="http://schemas.openxmlformats.org/officeDocument/2006/relationships/slide" Target="slides/slide24.xml"/><Relationship Id="rId150" Type="http://schemas.openxmlformats.org/officeDocument/2006/relationships/handoutMaster" Target="handoutMasters/handoutMaster1.xml"/><Relationship Id="rId155" Type="http://schemas.openxmlformats.org/officeDocument/2006/relationships/tableStyles" Target="tableStyles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59" Type="http://schemas.openxmlformats.org/officeDocument/2006/relationships/slideMaster" Target="slideMasters/slideMaster59.xml"/><Relationship Id="rId103" Type="http://schemas.openxmlformats.org/officeDocument/2006/relationships/slide" Target="slides/slide42.xml"/><Relationship Id="rId108" Type="http://schemas.openxmlformats.org/officeDocument/2006/relationships/slide" Target="slides/slide47.xml"/><Relationship Id="rId124" Type="http://schemas.openxmlformats.org/officeDocument/2006/relationships/slide" Target="slides/slide63.xml"/><Relationship Id="rId129" Type="http://schemas.openxmlformats.org/officeDocument/2006/relationships/slide" Target="slides/slide68.xml"/><Relationship Id="rId54" Type="http://schemas.openxmlformats.org/officeDocument/2006/relationships/slideMaster" Target="slideMasters/slideMaster54.xml"/><Relationship Id="rId70" Type="http://schemas.openxmlformats.org/officeDocument/2006/relationships/slide" Target="slides/slide9.xml"/><Relationship Id="rId75" Type="http://schemas.openxmlformats.org/officeDocument/2006/relationships/slide" Target="slides/slide14.xml"/><Relationship Id="rId91" Type="http://schemas.openxmlformats.org/officeDocument/2006/relationships/slide" Target="slides/slide30.xml"/><Relationship Id="rId96" Type="http://schemas.openxmlformats.org/officeDocument/2006/relationships/slide" Target="slides/slide35.xml"/><Relationship Id="rId140" Type="http://schemas.openxmlformats.org/officeDocument/2006/relationships/slide" Target="slides/slide79.xml"/><Relationship Id="rId145" Type="http://schemas.openxmlformats.org/officeDocument/2006/relationships/slide" Target="slides/slide8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49" Type="http://schemas.openxmlformats.org/officeDocument/2006/relationships/slideMaster" Target="slideMasters/slideMaster49.xml"/><Relationship Id="rId114" Type="http://schemas.openxmlformats.org/officeDocument/2006/relationships/slide" Target="slides/slide53.xml"/><Relationship Id="rId119" Type="http://schemas.openxmlformats.org/officeDocument/2006/relationships/slide" Target="slides/slide58.xml"/><Relationship Id="rId44" Type="http://schemas.openxmlformats.org/officeDocument/2006/relationships/slideMaster" Target="slideMasters/slideMaster44.xml"/><Relationship Id="rId60" Type="http://schemas.openxmlformats.org/officeDocument/2006/relationships/slideMaster" Target="slideMasters/slideMaster60.xml"/><Relationship Id="rId65" Type="http://schemas.openxmlformats.org/officeDocument/2006/relationships/slide" Target="slides/slide4.xml"/><Relationship Id="rId81" Type="http://schemas.openxmlformats.org/officeDocument/2006/relationships/slide" Target="slides/slide20.xml"/><Relationship Id="rId86" Type="http://schemas.openxmlformats.org/officeDocument/2006/relationships/slide" Target="slides/slide25.xml"/><Relationship Id="rId130" Type="http://schemas.openxmlformats.org/officeDocument/2006/relationships/slide" Target="slides/slide69.xml"/><Relationship Id="rId135" Type="http://schemas.openxmlformats.org/officeDocument/2006/relationships/slide" Target="slides/slide74.xml"/><Relationship Id="rId151" Type="http://schemas.openxmlformats.org/officeDocument/2006/relationships/tags" Target="tags/tag1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Master" Target="slideMasters/slideMaster39.xml"/><Relationship Id="rId109" Type="http://schemas.openxmlformats.org/officeDocument/2006/relationships/slide" Target="slides/slide48.xml"/><Relationship Id="rId34" Type="http://schemas.openxmlformats.org/officeDocument/2006/relationships/slideMaster" Target="slideMasters/slideMaster34.xml"/><Relationship Id="rId50" Type="http://schemas.openxmlformats.org/officeDocument/2006/relationships/slideMaster" Target="slideMasters/slideMaster50.xml"/><Relationship Id="rId55" Type="http://schemas.openxmlformats.org/officeDocument/2006/relationships/slideMaster" Target="slideMasters/slideMaster55.xml"/><Relationship Id="rId76" Type="http://schemas.openxmlformats.org/officeDocument/2006/relationships/slide" Target="slides/slide15.xml"/><Relationship Id="rId97" Type="http://schemas.openxmlformats.org/officeDocument/2006/relationships/slide" Target="slides/slide36.xml"/><Relationship Id="rId104" Type="http://schemas.openxmlformats.org/officeDocument/2006/relationships/slide" Target="slides/slide43.xml"/><Relationship Id="rId120" Type="http://schemas.openxmlformats.org/officeDocument/2006/relationships/slide" Target="slides/slide59.xml"/><Relationship Id="rId125" Type="http://schemas.openxmlformats.org/officeDocument/2006/relationships/slide" Target="slides/slide64.xml"/><Relationship Id="rId141" Type="http://schemas.openxmlformats.org/officeDocument/2006/relationships/slide" Target="slides/slide80.xml"/><Relationship Id="rId146" Type="http://schemas.openxmlformats.org/officeDocument/2006/relationships/slide" Target="slides/slide85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10.xml"/><Relationship Id="rId92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Master" Target="slideMasters/slideMaster40.xml"/><Relationship Id="rId45" Type="http://schemas.openxmlformats.org/officeDocument/2006/relationships/slideMaster" Target="slideMasters/slideMaster45.xml"/><Relationship Id="rId66" Type="http://schemas.openxmlformats.org/officeDocument/2006/relationships/slide" Target="slides/slide5.xml"/><Relationship Id="rId87" Type="http://schemas.openxmlformats.org/officeDocument/2006/relationships/slide" Target="slides/slide26.xml"/><Relationship Id="rId110" Type="http://schemas.openxmlformats.org/officeDocument/2006/relationships/slide" Target="slides/slide49.xml"/><Relationship Id="rId115" Type="http://schemas.openxmlformats.org/officeDocument/2006/relationships/slide" Target="slides/slide54.xml"/><Relationship Id="rId131" Type="http://schemas.openxmlformats.org/officeDocument/2006/relationships/slide" Target="slides/slide70.xml"/><Relationship Id="rId136" Type="http://schemas.openxmlformats.org/officeDocument/2006/relationships/slide" Target="slides/slide75.xml"/><Relationship Id="rId61" Type="http://schemas.openxmlformats.org/officeDocument/2006/relationships/slideMaster" Target="slideMasters/slideMaster61.xml"/><Relationship Id="rId82" Type="http://schemas.openxmlformats.org/officeDocument/2006/relationships/slide" Target="slides/slide21.xml"/><Relationship Id="rId152" Type="http://schemas.openxmlformats.org/officeDocument/2006/relationships/presProps" Target="presProps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56" Type="http://schemas.openxmlformats.org/officeDocument/2006/relationships/slideMaster" Target="slideMasters/slideMaster56.xml"/><Relationship Id="rId77" Type="http://schemas.openxmlformats.org/officeDocument/2006/relationships/slide" Target="slides/slide16.xml"/><Relationship Id="rId100" Type="http://schemas.openxmlformats.org/officeDocument/2006/relationships/slide" Target="slides/slide39.xml"/><Relationship Id="rId105" Type="http://schemas.openxmlformats.org/officeDocument/2006/relationships/slide" Target="slides/slide44.xml"/><Relationship Id="rId126" Type="http://schemas.openxmlformats.org/officeDocument/2006/relationships/slide" Target="slides/slide65.xml"/><Relationship Id="rId147" Type="http://schemas.openxmlformats.org/officeDocument/2006/relationships/slide" Target="slides/slide86.xml"/><Relationship Id="rId8" Type="http://schemas.openxmlformats.org/officeDocument/2006/relationships/slideMaster" Target="slideMasters/slideMaster8.xml"/><Relationship Id="rId51" Type="http://schemas.openxmlformats.org/officeDocument/2006/relationships/slideMaster" Target="slideMasters/slideMaster51.xml"/><Relationship Id="rId72" Type="http://schemas.openxmlformats.org/officeDocument/2006/relationships/slide" Target="slides/slide11.xml"/><Relationship Id="rId93" Type="http://schemas.openxmlformats.org/officeDocument/2006/relationships/slide" Target="slides/slide32.xml"/><Relationship Id="rId98" Type="http://schemas.openxmlformats.org/officeDocument/2006/relationships/slide" Target="slides/slide37.xml"/><Relationship Id="rId121" Type="http://schemas.openxmlformats.org/officeDocument/2006/relationships/slide" Target="slides/slide60.xml"/><Relationship Id="rId142" Type="http://schemas.openxmlformats.org/officeDocument/2006/relationships/slide" Target="slides/slide81.xml"/><Relationship Id="rId3" Type="http://schemas.openxmlformats.org/officeDocument/2006/relationships/slideMaster" Target="slideMasters/slideMaster3.xml"/><Relationship Id="rId25" Type="http://schemas.openxmlformats.org/officeDocument/2006/relationships/slideMaster" Target="slideMasters/slideMaster25.xml"/><Relationship Id="rId46" Type="http://schemas.openxmlformats.org/officeDocument/2006/relationships/slideMaster" Target="slideMasters/slideMaster46.xml"/><Relationship Id="rId67" Type="http://schemas.openxmlformats.org/officeDocument/2006/relationships/slide" Target="slides/slide6.xml"/><Relationship Id="rId116" Type="http://schemas.openxmlformats.org/officeDocument/2006/relationships/slide" Target="slides/slide55.xml"/><Relationship Id="rId137" Type="http://schemas.openxmlformats.org/officeDocument/2006/relationships/slide" Target="slides/slide76.xml"/><Relationship Id="rId20" Type="http://schemas.openxmlformats.org/officeDocument/2006/relationships/slideMaster" Target="slideMasters/slideMaster20.xml"/><Relationship Id="rId41" Type="http://schemas.openxmlformats.org/officeDocument/2006/relationships/slideMaster" Target="slideMasters/slideMaster41.xml"/><Relationship Id="rId62" Type="http://schemas.openxmlformats.org/officeDocument/2006/relationships/slide" Target="slides/slide1.xml"/><Relationship Id="rId83" Type="http://schemas.openxmlformats.org/officeDocument/2006/relationships/slide" Target="slides/slide22.xml"/><Relationship Id="rId88" Type="http://schemas.openxmlformats.org/officeDocument/2006/relationships/slide" Target="slides/slide27.xml"/><Relationship Id="rId111" Type="http://schemas.openxmlformats.org/officeDocument/2006/relationships/slide" Target="slides/slide50.xml"/><Relationship Id="rId132" Type="http://schemas.openxmlformats.org/officeDocument/2006/relationships/slide" Target="slides/slide71.xml"/><Relationship Id="rId153" Type="http://schemas.openxmlformats.org/officeDocument/2006/relationships/viewProps" Target="viewProps.xml"/><Relationship Id="rId15" Type="http://schemas.openxmlformats.org/officeDocument/2006/relationships/slideMaster" Target="slideMasters/slideMaster15.xml"/><Relationship Id="rId36" Type="http://schemas.openxmlformats.org/officeDocument/2006/relationships/slideMaster" Target="slideMasters/slideMaster36.xml"/><Relationship Id="rId57" Type="http://schemas.openxmlformats.org/officeDocument/2006/relationships/slideMaster" Target="slideMasters/slideMaster57.xml"/><Relationship Id="rId106" Type="http://schemas.openxmlformats.org/officeDocument/2006/relationships/slide" Target="slides/slide45.xml"/><Relationship Id="rId127" Type="http://schemas.openxmlformats.org/officeDocument/2006/relationships/slide" Target="slides/slide66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52" Type="http://schemas.openxmlformats.org/officeDocument/2006/relationships/slideMaster" Target="slideMasters/slideMaster52.xml"/><Relationship Id="rId73" Type="http://schemas.openxmlformats.org/officeDocument/2006/relationships/slide" Target="slides/slide12.xml"/><Relationship Id="rId78" Type="http://schemas.openxmlformats.org/officeDocument/2006/relationships/slide" Target="slides/slide17.xml"/><Relationship Id="rId94" Type="http://schemas.openxmlformats.org/officeDocument/2006/relationships/slide" Target="slides/slide33.xml"/><Relationship Id="rId99" Type="http://schemas.openxmlformats.org/officeDocument/2006/relationships/slide" Target="slides/slide38.xml"/><Relationship Id="rId101" Type="http://schemas.openxmlformats.org/officeDocument/2006/relationships/slide" Target="slides/slide40.xml"/><Relationship Id="rId122" Type="http://schemas.openxmlformats.org/officeDocument/2006/relationships/slide" Target="slides/slide61.xml"/><Relationship Id="rId143" Type="http://schemas.openxmlformats.org/officeDocument/2006/relationships/slide" Target="slides/slide82.xml"/><Relationship Id="rId148" Type="http://schemas.openxmlformats.org/officeDocument/2006/relationships/slide" Target="slides/slide8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26" Type="http://schemas.openxmlformats.org/officeDocument/2006/relationships/slideMaster" Target="slideMasters/slideMaster26.xml"/><Relationship Id="rId47" Type="http://schemas.openxmlformats.org/officeDocument/2006/relationships/slideMaster" Target="slideMasters/slideMaster47.xml"/><Relationship Id="rId68" Type="http://schemas.openxmlformats.org/officeDocument/2006/relationships/slide" Target="slides/slide7.xml"/><Relationship Id="rId89" Type="http://schemas.openxmlformats.org/officeDocument/2006/relationships/slide" Target="slides/slide28.xml"/><Relationship Id="rId112" Type="http://schemas.openxmlformats.org/officeDocument/2006/relationships/slide" Target="slides/slide51.xml"/><Relationship Id="rId133" Type="http://schemas.openxmlformats.org/officeDocument/2006/relationships/slide" Target="slides/slide72.xml"/><Relationship Id="rId154" Type="http://schemas.openxmlformats.org/officeDocument/2006/relationships/theme" Target="theme/theme1.xml"/><Relationship Id="rId16" Type="http://schemas.openxmlformats.org/officeDocument/2006/relationships/slideMaster" Target="slideMasters/slideMaster16.xml"/><Relationship Id="rId37" Type="http://schemas.openxmlformats.org/officeDocument/2006/relationships/slideMaster" Target="slideMasters/slideMaster37.xml"/><Relationship Id="rId58" Type="http://schemas.openxmlformats.org/officeDocument/2006/relationships/slideMaster" Target="slideMasters/slideMaster58.xml"/><Relationship Id="rId79" Type="http://schemas.openxmlformats.org/officeDocument/2006/relationships/slide" Target="slides/slide18.xml"/><Relationship Id="rId102" Type="http://schemas.openxmlformats.org/officeDocument/2006/relationships/slide" Target="slides/slide41.xml"/><Relationship Id="rId123" Type="http://schemas.openxmlformats.org/officeDocument/2006/relationships/slide" Target="slides/slide62.xml"/><Relationship Id="rId144" Type="http://schemas.openxmlformats.org/officeDocument/2006/relationships/slide" Target="slides/slide83.xml"/><Relationship Id="rId90" Type="http://schemas.openxmlformats.org/officeDocument/2006/relationships/slide" Target="slides/slide29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3790A-1AF8-41FD-8613-F98BEDF9DBBB}" type="datetimeFigureOut">
              <a:rPr lang="zh-CN" altLang="en-US" smtClean="0"/>
              <a:t>2023/5/16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559C9-FBFA-44CB-8D4D-CA6FFD5A7E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ADD5-90F8-4BC9-AC30-6195DA8BE947}" type="datetimeFigureOut">
              <a:rPr lang="zh-CN" altLang="en-US" smtClean="0"/>
              <a:t>2023/5/16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D408B-9088-4E1B-998F-9D60A7966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4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5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6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7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8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9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0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1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2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3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4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5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6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7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8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9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0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381000" y="1981200"/>
            <a:ext cx="8229600" cy="76200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 smtClean="0"/>
              <a:t>单击此处编辑母版标题样式</a:t>
            </a:r>
            <a:endParaRPr lang="en-US" altLang="zh-CN" noProof="0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447800" y="28146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 smtClean="0"/>
              <a:t>单击图标添加表格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www.themegallery.com</a:t>
            </a:r>
          </a:p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Company Logo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1371600"/>
            <a:ext cx="8153400" cy="4754563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标题 1"/>
          <p:cNvSpPr>
            <a:spLocks noGrp="1"/>
          </p:cNvSpPr>
          <p:nvPr>
            <p:ph type="title" idx="10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5.xml"/><Relationship Id="rId13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4.xml"/><Relationship Id="rId12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118.xml"/><Relationship Id="rId6" Type="http://schemas.openxmlformats.org/officeDocument/2006/relationships/slideLayout" Target="../slideLayouts/slideLayout123.xml"/><Relationship Id="rId11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2.xml"/><Relationship Id="rId10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1.xml"/><Relationship Id="rId9" Type="http://schemas.openxmlformats.org/officeDocument/2006/relationships/slideLayout" Target="../slideLayouts/slideLayout126.xml"/><Relationship Id="rId1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1.xml"/><Relationship Id="rId13" Type="http://schemas.openxmlformats.org/officeDocument/2006/relationships/slideLayout" Target="../slideLayouts/slideLayout156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50.xml"/><Relationship Id="rId12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45.xml"/><Relationship Id="rId1" Type="http://schemas.openxmlformats.org/officeDocument/2006/relationships/slideLayout" Target="../slideLayouts/slideLayout144.xml"/><Relationship Id="rId6" Type="http://schemas.openxmlformats.org/officeDocument/2006/relationships/slideLayout" Target="../slideLayouts/slideLayout149.xml"/><Relationship Id="rId11" Type="http://schemas.openxmlformats.org/officeDocument/2006/relationships/slideLayout" Target="../slideLayouts/slideLayout154.xml"/><Relationship Id="rId5" Type="http://schemas.openxmlformats.org/officeDocument/2006/relationships/slideLayout" Target="../slideLayouts/slideLayout148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47.xml"/><Relationship Id="rId9" Type="http://schemas.openxmlformats.org/officeDocument/2006/relationships/slideLayout" Target="../slideLayouts/slideLayout152.xml"/><Relationship Id="rId1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4.xml"/><Relationship Id="rId13" Type="http://schemas.openxmlformats.org/officeDocument/2006/relationships/slideLayout" Target="../slideLayouts/slideLayout169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3.xml"/><Relationship Id="rId12" Type="http://schemas.openxmlformats.org/officeDocument/2006/relationships/slideLayout" Target="../slideLayouts/slideLayout168.xml"/><Relationship Id="rId2" Type="http://schemas.openxmlformats.org/officeDocument/2006/relationships/slideLayout" Target="../slideLayouts/slideLayout158.xml"/><Relationship Id="rId1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7.xml"/><Relationship Id="rId5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5.xml"/><Relationship Id="rId1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7.xml"/><Relationship Id="rId13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6.xml"/><Relationship Id="rId12" Type="http://schemas.openxmlformats.org/officeDocument/2006/relationships/slideLayout" Target="../slideLayouts/slideLayout181.xml"/><Relationship Id="rId2" Type="http://schemas.openxmlformats.org/officeDocument/2006/relationships/slideLayout" Target="../slideLayouts/slideLayout171.xml"/><Relationship Id="rId1" Type="http://schemas.openxmlformats.org/officeDocument/2006/relationships/slideLayout" Target="../slideLayouts/slideLayout170.xml"/><Relationship Id="rId6" Type="http://schemas.openxmlformats.org/officeDocument/2006/relationships/slideLayout" Target="../slideLayouts/slideLayout175.xml"/><Relationship Id="rId11" Type="http://schemas.openxmlformats.org/officeDocument/2006/relationships/slideLayout" Target="../slideLayouts/slideLayout180.xml"/><Relationship Id="rId5" Type="http://schemas.openxmlformats.org/officeDocument/2006/relationships/slideLayout" Target="../slideLayouts/slideLayout174.xml"/><Relationship Id="rId10" Type="http://schemas.openxmlformats.org/officeDocument/2006/relationships/slideLayout" Target="../slideLayouts/slideLayout179.xml"/><Relationship Id="rId4" Type="http://schemas.openxmlformats.org/officeDocument/2006/relationships/slideLayout" Target="../slideLayouts/slideLayout173.xml"/><Relationship Id="rId9" Type="http://schemas.openxmlformats.org/officeDocument/2006/relationships/slideLayout" Target="../slideLayouts/slideLayout178.xml"/><Relationship Id="rId1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5.xml"/><Relationship Id="rId3" Type="http://schemas.openxmlformats.org/officeDocument/2006/relationships/slideLayout" Target="../slideLayouts/slideLayout185.xml"/><Relationship Id="rId7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4.xml"/><Relationship Id="rId2" Type="http://schemas.openxmlformats.org/officeDocument/2006/relationships/slideLayout" Target="../slideLayouts/slideLayout184.xml"/><Relationship Id="rId1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93.xml"/><Relationship Id="rId5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92.xml"/><Relationship Id="rId4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91.xml"/><Relationship Id="rId1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3.xml"/><Relationship Id="rId13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198.xml"/><Relationship Id="rId7" Type="http://schemas.openxmlformats.org/officeDocument/2006/relationships/slideLayout" Target="../slideLayouts/slideLayout202.xml"/><Relationship Id="rId12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197.xml"/><Relationship Id="rId1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201.xml"/><Relationship Id="rId11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199.xml"/><Relationship Id="rId9" Type="http://schemas.openxmlformats.org/officeDocument/2006/relationships/slideLayout" Target="../slideLayouts/slideLayout204.xml"/><Relationship Id="rId1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21.xml"/><Relationship Id="rId3" Type="http://schemas.openxmlformats.org/officeDocument/2006/relationships/slideLayout" Target="../slideLayouts/slideLayout211.xml"/><Relationship Id="rId7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20.xml"/><Relationship Id="rId2" Type="http://schemas.openxmlformats.org/officeDocument/2006/relationships/slideLayout" Target="../slideLayouts/slideLayout210.xml"/><Relationship Id="rId1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7.xml"/><Relationship Id="rId14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9.xml"/><Relationship Id="rId13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23.xml"/><Relationship Id="rId1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32.xml"/><Relationship Id="rId5" Type="http://schemas.openxmlformats.org/officeDocument/2006/relationships/slideLayout" Target="../slideLayouts/slideLayout226.xml"/><Relationship Id="rId10" Type="http://schemas.openxmlformats.org/officeDocument/2006/relationships/slideLayout" Target="../slideLayouts/slideLayout231.xml"/><Relationship Id="rId4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30.xml"/><Relationship Id="rId14" Type="http://schemas.openxmlformats.org/officeDocument/2006/relationships/theme" Target="../theme/theme18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2.xml"/><Relationship Id="rId13" Type="http://schemas.openxmlformats.org/officeDocument/2006/relationships/slideLayout" Target="../slideLayouts/slideLayout247.xml"/><Relationship Id="rId3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246.xml"/><Relationship Id="rId2" Type="http://schemas.openxmlformats.org/officeDocument/2006/relationships/slideLayout" Target="../slideLayouts/slideLayout236.xml"/><Relationship Id="rId1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39.xml"/><Relationship Id="rId10" Type="http://schemas.openxmlformats.org/officeDocument/2006/relationships/slideLayout" Target="../slideLayouts/slideLayout244.xml"/><Relationship Id="rId4" Type="http://schemas.openxmlformats.org/officeDocument/2006/relationships/slideLayout" Target="../slideLayouts/slideLayout238.xml"/><Relationship Id="rId9" Type="http://schemas.openxmlformats.org/officeDocument/2006/relationships/slideLayout" Target="../slideLayouts/slideLayout243.xml"/><Relationship Id="rId14" Type="http://schemas.openxmlformats.org/officeDocument/2006/relationships/theme" Target="../theme/theme19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5.xml"/><Relationship Id="rId13" Type="http://schemas.openxmlformats.org/officeDocument/2006/relationships/slideLayout" Target="../slideLayouts/slideLayout260.xml"/><Relationship Id="rId3" Type="http://schemas.openxmlformats.org/officeDocument/2006/relationships/slideLayout" Target="../slideLayouts/slideLayout250.xml"/><Relationship Id="rId7" Type="http://schemas.openxmlformats.org/officeDocument/2006/relationships/slideLayout" Target="../slideLayouts/slideLayout254.xml"/><Relationship Id="rId12" Type="http://schemas.openxmlformats.org/officeDocument/2006/relationships/slideLayout" Target="../slideLayouts/slideLayout259.xml"/><Relationship Id="rId2" Type="http://schemas.openxmlformats.org/officeDocument/2006/relationships/slideLayout" Target="../slideLayouts/slideLayout249.xml"/><Relationship Id="rId1" Type="http://schemas.openxmlformats.org/officeDocument/2006/relationships/slideLayout" Target="../slideLayouts/slideLayout248.xml"/><Relationship Id="rId6" Type="http://schemas.openxmlformats.org/officeDocument/2006/relationships/slideLayout" Target="../slideLayouts/slideLayout253.xml"/><Relationship Id="rId11" Type="http://schemas.openxmlformats.org/officeDocument/2006/relationships/slideLayout" Target="../slideLayouts/slideLayout258.xml"/><Relationship Id="rId5" Type="http://schemas.openxmlformats.org/officeDocument/2006/relationships/slideLayout" Target="../slideLayouts/slideLayout252.xml"/><Relationship Id="rId10" Type="http://schemas.openxmlformats.org/officeDocument/2006/relationships/slideLayout" Target="../slideLayouts/slideLayout257.xml"/><Relationship Id="rId4" Type="http://schemas.openxmlformats.org/officeDocument/2006/relationships/slideLayout" Target="../slideLayouts/slideLayout251.xml"/><Relationship Id="rId9" Type="http://schemas.openxmlformats.org/officeDocument/2006/relationships/slideLayout" Target="../slideLayouts/slideLayout256.xml"/><Relationship Id="rId14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8.xml"/><Relationship Id="rId13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63.xml"/><Relationship Id="rId7" Type="http://schemas.openxmlformats.org/officeDocument/2006/relationships/slideLayout" Target="../slideLayouts/slideLayout267.xml"/><Relationship Id="rId12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62.xml"/><Relationship Id="rId1" Type="http://schemas.openxmlformats.org/officeDocument/2006/relationships/slideLayout" Target="../slideLayouts/slideLayout261.xml"/><Relationship Id="rId6" Type="http://schemas.openxmlformats.org/officeDocument/2006/relationships/slideLayout" Target="../slideLayouts/slideLayout266.xml"/><Relationship Id="rId11" Type="http://schemas.openxmlformats.org/officeDocument/2006/relationships/slideLayout" Target="../slideLayouts/slideLayout271.xml"/><Relationship Id="rId5" Type="http://schemas.openxmlformats.org/officeDocument/2006/relationships/slideLayout" Target="../slideLayouts/slideLayout265.xml"/><Relationship Id="rId10" Type="http://schemas.openxmlformats.org/officeDocument/2006/relationships/slideLayout" Target="../slideLayouts/slideLayout270.xml"/><Relationship Id="rId4" Type="http://schemas.openxmlformats.org/officeDocument/2006/relationships/slideLayout" Target="../slideLayouts/slideLayout264.xml"/><Relationship Id="rId9" Type="http://schemas.openxmlformats.org/officeDocument/2006/relationships/slideLayout" Target="../slideLayouts/slideLayout269.xml"/><Relationship Id="rId14" Type="http://schemas.openxmlformats.org/officeDocument/2006/relationships/theme" Target="../theme/theme2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1.xml"/><Relationship Id="rId13" Type="http://schemas.openxmlformats.org/officeDocument/2006/relationships/slideLayout" Target="../slideLayouts/slideLayout286.xml"/><Relationship Id="rId3" Type="http://schemas.openxmlformats.org/officeDocument/2006/relationships/slideLayout" Target="../slideLayouts/slideLayout276.xml"/><Relationship Id="rId7" Type="http://schemas.openxmlformats.org/officeDocument/2006/relationships/slideLayout" Target="../slideLayouts/slideLayout280.xml"/><Relationship Id="rId12" Type="http://schemas.openxmlformats.org/officeDocument/2006/relationships/slideLayout" Target="../slideLayouts/slideLayout285.xml"/><Relationship Id="rId2" Type="http://schemas.openxmlformats.org/officeDocument/2006/relationships/slideLayout" Target="../slideLayouts/slideLayout275.xml"/><Relationship Id="rId1" Type="http://schemas.openxmlformats.org/officeDocument/2006/relationships/slideLayout" Target="../slideLayouts/slideLayout274.xml"/><Relationship Id="rId6" Type="http://schemas.openxmlformats.org/officeDocument/2006/relationships/slideLayout" Target="../slideLayouts/slideLayout279.xml"/><Relationship Id="rId11" Type="http://schemas.openxmlformats.org/officeDocument/2006/relationships/slideLayout" Target="../slideLayouts/slideLayout284.xml"/><Relationship Id="rId5" Type="http://schemas.openxmlformats.org/officeDocument/2006/relationships/slideLayout" Target="../slideLayouts/slideLayout278.xml"/><Relationship Id="rId10" Type="http://schemas.openxmlformats.org/officeDocument/2006/relationships/slideLayout" Target="../slideLayouts/slideLayout283.xml"/><Relationship Id="rId4" Type="http://schemas.openxmlformats.org/officeDocument/2006/relationships/slideLayout" Target="../slideLayouts/slideLayout277.xml"/><Relationship Id="rId9" Type="http://schemas.openxmlformats.org/officeDocument/2006/relationships/slideLayout" Target="../slideLayouts/slideLayout282.xml"/><Relationship Id="rId14" Type="http://schemas.openxmlformats.org/officeDocument/2006/relationships/theme" Target="../theme/theme22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4.xml"/><Relationship Id="rId13" Type="http://schemas.openxmlformats.org/officeDocument/2006/relationships/slideLayout" Target="../slideLayouts/slideLayout299.xml"/><Relationship Id="rId3" Type="http://schemas.openxmlformats.org/officeDocument/2006/relationships/slideLayout" Target="../slideLayouts/slideLayout289.xml"/><Relationship Id="rId7" Type="http://schemas.openxmlformats.org/officeDocument/2006/relationships/slideLayout" Target="../slideLayouts/slideLayout293.xml"/><Relationship Id="rId12" Type="http://schemas.openxmlformats.org/officeDocument/2006/relationships/slideLayout" Target="../slideLayouts/slideLayout298.xml"/><Relationship Id="rId2" Type="http://schemas.openxmlformats.org/officeDocument/2006/relationships/slideLayout" Target="../slideLayouts/slideLayout288.xml"/><Relationship Id="rId1" Type="http://schemas.openxmlformats.org/officeDocument/2006/relationships/slideLayout" Target="../slideLayouts/slideLayout287.xml"/><Relationship Id="rId6" Type="http://schemas.openxmlformats.org/officeDocument/2006/relationships/slideLayout" Target="../slideLayouts/slideLayout292.xml"/><Relationship Id="rId11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1.xml"/><Relationship Id="rId10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0.xml"/><Relationship Id="rId9" Type="http://schemas.openxmlformats.org/officeDocument/2006/relationships/slideLayout" Target="../slideLayouts/slideLayout295.xml"/><Relationship Id="rId14" Type="http://schemas.openxmlformats.org/officeDocument/2006/relationships/theme" Target="../theme/theme23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7.xml"/><Relationship Id="rId13" Type="http://schemas.openxmlformats.org/officeDocument/2006/relationships/slideLayout" Target="../slideLayouts/slideLayout312.xml"/><Relationship Id="rId3" Type="http://schemas.openxmlformats.org/officeDocument/2006/relationships/slideLayout" Target="../slideLayouts/slideLayout302.xml"/><Relationship Id="rId7" Type="http://schemas.openxmlformats.org/officeDocument/2006/relationships/slideLayout" Target="../slideLayouts/slideLayout306.xml"/><Relationship Id="rId12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300.xml"/><Relationship Id="rId6" Type="http://schemas.openxmlformats.org/officeDocument/2006/relationships/slideLayout" Target="../slideLayouts/slideLayout305.xml"/><Relationship Id="rId11" Type="http://schemas.openxmlformats.org/officeDocument/2006/relationships/slideLayout" Target="../slideLayouts/slideLayout310.xml"/><Relationship Id="rId5" Type="http://schemas.openxmlformats.org/officeDocument/2006/relationships/slideLayout" Target="../slideLayouts/slideLayout304.xml"/><Relationship Id="rId10" Type="http://schemas.openxmlformats.org/officeDocument/2006/relationships/slideLayout" Target="../slideLayouts/slideLayout309.xml"/><Relationship Id="rId4" Type="http://schemas.openxmlformats.org/officeDocument/2006/relationships/slideLayout" Target="../slideLayouts/slideLayout303.xml"/><Relationship Id="rId9" Type="http://schemas.openxmlformats.org/officeDocument/2006/relationships/slideLayout" Target="../slideLayouts/slideLayout308.xml"/><Relationship Id="rId14" Type="http://schemas.openxmlformats.org/officeDocument/2006/relationships/theme" Target="../theme/theme24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0.xml"/><Relationship Id="rId13" Type="http://schemas.openxmlformats.org/officeDocument/2006/relationships/slideLayout" Target="../slideLayouts/slideLayout325.xml"/><Relationship Id="rId3" Type="http://schemas.openxmlformats.org/officeDocument/2006/relationships/slideLayout" Target="../slideLayouts/slideLayout315.xml"/><Relationship Id="rId7" Type="http://schemas.openxmlformats.org/officeDocument/2006/relationships/slideLayout" Target="../slideLayouts/slideLayout319.xml"/><Relationship Id="rId12" Type="http://schemas.openxmlformats.org/officeDocument/2006/relationships/slideLayout" Target="../slideLayouts/slideLayout324.xml"/><Relationship Id="rId2" Type="http://schemas.openxmlformats.org/officeDocument/2006/relationships/slideLayout" Target="../slideLayouts/slideLayout314.xml"/><Relationship Id="rId1" Type="http://schemas.openxmlformats.org/officeDocument/2006/relationships/slideLayout" Target="../slideLayouts/slideLayout313.xml"/><Relationship Id="rId6" Type="http://schemas.openxmlformats.org/officeDocument/2006/relationships/slideLayout" Target="../slideLayouts/slideLayout318.xml"/><Relationship Id="rId11" Type="http://schemas.openxmlformats.org/officeDocument/2006/relationships/slideLayout" Target="../slideLayouts/slideLayout323.xml"/><Relationship Id="rId5" Type="http://schemas.openxmlformats.org/officeDocument/2006/relationships/slideLayout" Target="../slideLayouts/slideLayout317.xml"/><Relationship Id="rId10" Type="http://schemas.openxmlformats.org/officeDocument/2006/relationships/slideLayout" Target="../slideLayouts/slideLayout322.xml"/><Relationship Id="rId4" Type="http://schemas.openxmlformats.org/officeDocument/2006/relationships/slideLayout" Target="../slideLayouts/slideLayout316.xml"/><Relationship Id="rId9" Type="http://schemas.openxmlformats.org/officeDocument/2006/relationships/slideLayout" Target="../slideLayouts/slideLayout321.xml"/><Relationship Id="rId14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3.xml"/><Relationship Id="rId13" Type="http://schemas.openxmlformats.org/officeDocument/2006/relationships/slideLayout" Target="../slideLayouts/slideLayout338.xml"/><Relationship Id="rId3" Type="http://schemas.openxmlformats.org/officeDocument/2006/relationships/slideLayout" Target="../slideLayouts/slideLayout328.xml"/><Relationship Id="rId7" Type="http://schemas.openxmlformats.org/officeDocument/2006/relationships/slideLayout" Target="../slideLayouts/slideLayout332.xml"/><Relationship Id="rId12" Type="http://schemas.openxmlformats.org/officeDocument/2006/relationships/slideLayout" Target="../slideLayouts/slideLayout337.xml"/><Relationship Id="rId2" Type="http://schemas.openxmlformats.org/officeDocument/2006/relationships/slideLayout" Target="../slideLayouts/slideLayout327.xml"/><Relationship Id="rId1" Type="http://schemas.openxmlformats.org/officeDocument/2006/relationships/slideLayout" Target="../slideLayouts/slideLayout326.xml"/><Relationship Id="rId6" Type="http://schemas.openxmlformats.org/officeDocument/2006/relationships/slideLayout" Target="../slideLayouts/slideLayout331.xml"/><Relationship Id="rId11" Type="http://schemas.openxmlformats.org/officeDocument/2006/relationships/slideLayout" Target="../slideLayouts/slideLayout336.xml"/><Relationship Id="rId5" Type="http://schemas.openxmlformats.org/officeDocument/2006/relationships/slideLayout" Target="../slideLayouts/slideLayout330.xml"/><Relationship Id="rId10" Type="http://schemas.openxmlformats.org/officeDocument/2006/relationships/slideLayout" Target="../slideLayouts/slideLayout335.xml"/><Relationship Id="rId4" Type="http://schemas.openxmlformats.org/officeDocument/2006/relationships/slideLayout" Target="../slideLayouts/slideLayout329.xml"/><Relationship Id="rId9" Type="http://schemas.openxmlformats.org/officeDocument/2006/relationships/slideLayout" Target="../slideLayouts/slideLayout334.xml"/><Relationship Id="rId14" Type="http://schemas.openxmlformats.org/officeDocument/2006/relationships/theme" Target="../theme/theme26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6.xml"/><Relationship Id="rId13" Type="http://schemas.openxmlformats.org/officeDocument/2006/relationships/slideLayout" Target="../slideLayouts/slideLayout351.xml"/><Relationship Id="rId3" Type="http://schemas.openxmlformats.org/officeDocument/2006/relationships/slideLayout" Target="../slideLayouts/slideLayout341.xml"/><Relationship Id="rId7" Type="http://schemas.openxmlformats.org/officeDocument/2006/relationships/slideLayout" Target="../slideLayouts/slideLayout345.xml"/><Relationship Id="rId12" Type="http://schemas.openxmlformats.org/officeDocument/2006/relationships/slideLayout" Target="../slideLayouts/slideLayout350.xml"/><Relationship Id="rId2" Type="http://schemas.openxmlformats.org/officeDocument/2006/relationships/slideLayout" Target="../slideLayouts/slideLayout340.xml"/><Relationship Id="rId1" Type="http://schemas.openxmlformats.org/officeDocument/2006/relationships/slideLayout" Target="../slideLayouts/slideLayout339.xml"/><Relationship Id="rId6" Type="http://schemas.openxmlformats.org/officeDocument/2006/relationships/slideLayout" Target="../slideLayouts/slideLayout344.xml"/><Relationship Id="rId11" Type="http://schemas.openxmlformats.org/officeDocument/2006/relationships/slideLayout" Target="../slideLayouts/slideLayout349.xml"/><Relationship Id="rId5" Type="http://schemas.openxmlformats.org/officeDocument/2006/relationships/slideLayout" Target="../slideLayouts/slideLayout343.xml"/><Relationship Id="rId10" Type="http://schemas.openxmlformats.org/officeDocument/2006/relationships/slideLayout" Target="../slideLayouts/slideLayout348.xml"/><Relationship Id="rId4" Type="http://schemas.openxmlformats.org/officeDocument/2006/relationships/slideLayout" Target="../slideLayouts/slideLayout342.xml"/><Relationship Id="rId9" Type="http://schemas.openxmlformats.org/officeDocument/2006/relationships/slideLayout" Target="../slideLayouts/slideLayout347.xml"/><Relationship Id="rId14" Type="http://schemas.openxmlformats.org/officeDocument/2006/relationships/theme" Target="../theme/theme27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4.xml"/><Relationship Id="rId3" Type="http://schemas.openxmlformats.org/officeDocument/2006/relationships/slideLayout" Target="../slideLayouts/slideLayout354.xml"/><Relationship Id="rId7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63.xml"/><Relationship Id="rId2" Type="http://schemas.openxmlformats.org/officeDocument/2006/relationships/slideLayout" Target="../slideLayouts/slideLayout353.xml"/><Relationship Id="rId1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62.xml"/><Relationship Id="rId5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61.xml"/><Relationship Id="rId4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60.xml"/><Relationship Id="rId14" Type="http://schemas.openxmlformats.org/officeDocument/2006/relationships/theme" Target="../theme/theme28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2.xml"/><Relationship Id="rId13" Type="http://schemas.openxmlformats.org/officeDocument/2006/relationships/slideLayout" Target="../slideLayouts/slideLayout377.xml"/><Relationship Id="rId3" Type="http://schemas.openxmlformats.org/officeDocument/2006/relationships/slideLayout" Target="../slideLayouts/slideLayout367.xml"/><Relationship Id="rId7" Type="http://schemas.openxmlformats.org/officeDocument/2006/relationships/slideLayout" Target="../slideLayouts/slideLayout371.xml"/><Relationship Id="rId12" Type="http://schemas.openxmlformats.org/officeDocument/2006/relationships/slideLayout" Target="../slideLayouts/slideLayout376.xml"/><Relationship Id="rId2" Type="http://schemas.openxmlformats.org/officeDocument/2006/relationships/slideLayout" Target="../slideLayouts/slideLayout366.xml"/><Relationship Id="rId1" Type="http://schemas.openxmlformats.org/officeDocument/2006/relationships/slideLayout" Target="../slideLayouts/slideLayout365.xml"/><Relationship Id="rId6" Type="http://schemas.openxmlformats.org/officeDocument/2006/relationships/slideLayout" Target="../slideLayouts/slideLayout370.xml"/><Relationship Id="rId11" Type="http://schemas.openxmlformats.org/officeDocument/2006/relationships/slideLayout" Target="../slideLayouts/slideLayout375.xml"/><Relationship Id="rId5" Type="http://schemas.openxmlformats.org/officeDocument/2006/relationships/slideLayout" Target="../slideLayouts/slideLayout369.xml"/><Relationship Id="rId10" Type="http://schemas.openxmlformats.org/officeDocument/2006/relationships/slideLayout" Target="../slideLayouts/slideLayout374.xml"/><Relationship Id="rId4" Type="http://schemas.openxmlformats.org/officeDocument/2006/relationships/slideLayout" Target="../slideLayouts/slideLayout368.xml"/><Relationship Id="rId9" Type="http://schemas.openxmlformats.org/officeDocument/2006/relationships/slideLayout" Target="../slideLayouts/slideLayout373.xml"/><Relationship Id="rId14" Type="http://schemas.openxmlformats.org/officeDocument/2006/relationships/theme" Target="../theme/theme29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5.xml"/><Relationship Id="rId13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80.xml"/><Relationship Id="rId7" Type="http://schemas.openxmlformats.org/officeDocument/2006/relationships/slideLayout" Target="../slideLayouts/slideLayout384.xml"/><Relationship Id="rId12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79.xml"/><Relationship Id="rId1" Type="http://schemas.openxmlformats.org/officeDocument/2006/relationships/slideLayout" Target="../slideLayouts/slideLayout378.xml"/><Relationship Id="rId6" Type="http://schemas.openxmlformats.org/officeDocument/2006/relationships/slideLayout" Target="../slideLayouts/slideLayout383.xml"/><Relationship Id="rId11" Type="http://schemas.openxmlformats.org/officeDocument/2006/relationships/slideLayout" Target="../slideLayouts/slideLayout388.xml"/><Relationship Id="rId5" Type="http://schemas.openxmlformats.org/officeDocument/2006/relationships/slideLayout" Target="../slideLayouts/slideLayout382.xml"/><Relationship Id="rId10" Type="http://schemas.openxmlformats.org/officeDocument/2006/relationships/slideLayout" Target="../slideLayouts/slideLayout387.xml"/><Relationship Id="rId4" Type="http://schemas.openxmlformats.org/officeDocument/2006/relationships/slideLayout" Target="../slideLayouts/slideLayout381.xml"/><Relationship Id="rId9" Type="http://schemas.openxmlformats.org/officeDocument/2006/relationships/slideLayout" Target="../slideLayouts/slideLayout386.xml"/><Relationship Id="rId14" Type="http://schemas.openxmlformats.org/officeDocument/2006/relationships/theme" Target="../theme/theme30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8.xml"/><Relationship Id="rId13" Type="http://schemas.openxmlformats.org/officeDocument/2006/relationships/slideLayout" Target="../slideLayouts/slideLayout403.xml"/><Relationship Id="rId3" Type="http://schemas.openxmlformats.org/officeDocument/2006/relationships/slideLayout" Target="../slideLayouts/slideLayout393.xml"/><Relationship Id="rId7" Type="http://schemas.openxmlformats.org/officeDocument/2006/relationships/slideLayout" Target="../slideLayouts/slideLayout397.xml"/><Relationship Id="rId12" Type="http://schemas.openxmlformats.org/officeDocument/2006/relationships/slideLayout" Target="../slideLayouts/slideLayout402.xml"/><Relationship Id="rId2" Type="http://schemas.openxmlformats.org/officeDocument/2006/relationships/slideLayout" Target="../slideLayouts/slideLayout392.xml"/><Relationship Id="rId1" Type="http://schemas.openxmlformats.org/officeDocument/2006/relationships/slideLayout" Target="../slideLayouts/slideLayout391.xml"/><Relationship Id="rId6" Type="http://schemas.openxmlformats.org/officeDocument/2006/relationships/slideLayout" Target="../slideLayouts/slideLayout396.xml"/><Relationship Id="rId11" Type="http://schemas.openxmlformats.org/officeDocument/2006/relationships/slideLayout" Target="../slideLayouts/slideLayout401.xml"/><Relationship Id="rId5" Type="http://schemas.openxmlformats.org/officeDocument/2006/relationships/slideLayout" Target="../slideLayouts/slideLayout395.xml"/><Relationship Id="rId10" Type="http://schemas.openxmlformats.org/officeDocument/2006/relationships/slideLayout" Target="../slideLayouts/slideLayout400.xml"/><Relationship Id="rId4" Type="http://schemas.openxmlformats.org/officeDocument/2006/relationships/slideLayout" Target="../slideLayouts/slideLayout394.xml"/><Relationship Id="rId9" Type="http://schemas.openxmlformats.org/officeDocument/2006/relationships/slideLayout" Target="../slideLayouts/slideLayout399.xml"/><Relationship Id="rId14" Type="http://schemas.openxmlformats.org/officeDocument/2006/relationships/theme" Target="../theme/theme31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1.xml"/><Relationship Id="rId13" Type="http://schemas.openxmlformats.org/officeDocument/2006/relationships/slideLayout" Target="../slideLayouts/slideLayout416.xml"/><Relationship Id="rId3" Type="http://schemas.openxmlformats.org/officeDocument/2006/relationships/slideLayout" Target="../slideLayouts/slideLayout406.xml"/><Relationship Id="rId7" Type="http://schemas.openxmlformats.org/officeDocument/2006/relationships/slideLayout" Target="../slideLayouts/slideLayout410.xml"/><Relationship Id="rId12" Type="http://schemas.openxmlformats.org/officeDocument/2006/relationships/slideLayout" Target="../slideLayouts/slideLayout415.xml"/><Relationship Id="rId2" Type="http://schemas.openxmlformats.org/officeDocument/2006/relationships/slideLayout" Target="../slideLayouts/slideLayout405.xml"/><Relationship Id="rId1" Type="http://schemas.openxmlformats.org/officeDocument/2006/relationships/slideLayout" Target="../slideLayouts/slideLayout404.xml"/><Relationship Id="rId6" Type="http://schemas.openxmlformats.org/officeDocument/2006/relationships/slideLayout" Target="../slideLayouts/slideLayout409.xml"/><Relationship Id="rId11" Type="http://schemas.openxmlformats.org/officeDocument/2006/relationships/slideLayout" Target="../slideLayouts/slideLayout414.xml"/><Relationship Id="rId5" Type="http://schemas.openxmlformats.org/officeDocument/2006/relationships/slideLayout" Target="../slideLayouts/slideLayout408.xml"/><Relationship Id="rId10" Type="http://schemas.openxmlformats.org/officeDocument/2006/relationships/slideLayout" Target="../slideLayouts/slideLayout413.xml"/><Relationship Id="rId4" Type="http://schemas.openxmlformats.org/officeDocument/2006/relationships/slideLayout" Target="../slideLayouts/slideLayout407.xml"/><Relationship Id="rId9" Type="http://schemas.openxmlformats.org/officeDocument/2006/relationships/slideLayout" Target="../slideLayouts/slideLayout412.xml"/><Relationship Id="rId14" Type="http://schemas.openxmlformats.org/officeDocument/2006/relationships/theme" Target="../theme/theme32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4.xml"/><Relationship Id="rId13" Type="http://schemas.openxmlformats.org/officeDocument/2006/relationships/slideLayout" Target="../slideLayouts/slideLayout429.xml"/><Relationship Id="rId3" Type="http://schemas.openxmlformats.org/officeDocument/2006/relationships/slideLayout" Target="../slideLayouts/slideLayout419.xml"/><Relationship Id="rId7" Type="http://schemas.openxmlformats.org/officeDocument/2006/relationships/slideLayout" Target="../slideLayouts/slideLayout423.xml"/><Relationship Id="rId12" Type="http://schemas.openxmlformats.org/officeDocument/2006/relationships/slideLayout" Target="../slideLayouts/slideLayout428.xml"/><Relationship Id="rId2" Type="http://schemas.openxmlformats.org/officeDocument/2006/relationships/slideLayout" Target="../slideLayouts/slideLayout418.xml"/><Relationship Id="rId1" Type="http://schemas.openxmlformats.org/officeDocument/2006/relationships/slideLayout" Target="../slideLayouts/slideLayout417.xml"/><Relationship Id="rId6" Type="http://schemas.openxmlformats.org/officeDocument/2006/relationships/slideLayout" Target="../slideLayouts/slideLayout422.xml"/><Relationship Id="rId11" Type="http://schemas.openxmlformats.org/officeDocument/2006/relationships/slideLayout" Target="../slideLayouts/slideLayout427.xml"/><Relationship Id="rId5" Type="http://schemas.openxmlformats.org/officeDocument/2006/relationships/slideLayout" Target="../slideLayouts/slideLayout421.xml"/><Relationship Id="rId10" Type="http://schemas.openxmlformats.org/officeDocument/2006/relationships/slideLayout" Target="../slideLayouts/slideLayout426.xml"/><Relationship Id="rId4" Type="http://schemas.openxmlformats.org/officeDocument/2006/relationships/slideLayout" Target="../slideLayouts/slideLayout420.xml"/><Relationship Id="rId9" Type="http://schemas.openxmlformats.org/officeDocument/2006/relationships/slideLayout" Target="../slideLayouts/slideLayout425.xml"/><Relationship Id="rId14" Type="http://schemas.openxmlformats.org/officeDocument/2006/relationships/theme" Target="../theme/theme33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7.xml"/><Relationship Id="rId13" Type="http://schemas.openxmlformats.org/officeDocument/2006/relationships/slideLayout" Target="../slideLayouts/slideLayout442.xml"/><Relationship Id="rId3" Type="http://schemas.openxmlformats.org/officeDocument/2006/relationships/slideLayout" Target="../slideLayouts/slideLayout432.xml"/><Relationship Id="rId7" Type="http://schemas.openxmlformats.org/officeDocument/2006/relationships/slideLayout" Target="../slideLayouts/slideLayout436.xml"/><Relationship Id="rId12" Type="http://schemas.openxmlformats.org/officeDocument/2006/relationships/slideLayout" Target="../slideLayouts/slideLayout441.xml"/><Relationship Id="rId2" Type="http://schemas.openxmlformats.org/officeDocument/2006/relationships/slideLayout" Target="../slideLayouts/slideLayout431.xml"/><Relationship Id="rId1" Type="http://schemas.openxmlformats.org/officeDocument/2006/relationships/slideLayout" Target="../slideLayouts/slideLayout430.xml"/><Relationship Id="rId6" Type="http://schemas.openxmlformats.org/officeDocument/2006/relationships/slideLayout" Target="../slideLayouts/slideLayout435.xml"/><Relationship Id="rId11" Type="http://schemas.openxmlformats.org/officeDocument/2006/relationships/slideLayout" Target="../slideLayouts/slideLayout440.xml"/><Relationship Id="rId5" Type="http://schemas.openxmlformats.org/officeDocument/2006/relationships/slideLayout" Target="../slideLayouts/slideLayout434.xml"/><Relationship Id="rId10" Type="http://schemas.openxmlformats.org/officeDocument/2006/relationships/slideLayout" Target="../slideLayouts/slideLayout439.xml"/><Relationship Id="rId4" Type="http://schemas.openxmlformats.org/officeDocument/2006/relationships/slideLayout" Target="../slideLayouts/slideLayout433.xml"/><Relationship Id="rId9" Type="http://schemas.openxmlformats.org/officeDocument/2006/relationships/slideLayout" Target="../slideLayouts/slideLayout438.xml"/><Relationship Id="rId14" Type="http://schemas.openxmlformats.org/officeDocument/2006/relationships/theme" Target="../theme/theme34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0.xml"/><Relationship Id="rId13" Type="http://schemas.openxmlformats.org/officeDocument/2006/relationships/slideLayout" Target="../slideLayouts/slideLayout455.xml"/><Relationship Id="rId3" Type="http://schemas.openxmlformats.org/officeDocument/2006/relationships/slideLayout" Target="../slideLayouts/slideLayout445.xml"/><Relationship Id="rId7" Type="http://schemas.openxmlformats.org/officeDocument/2006/relationships/slideLayout" Target="../slideLayouts/slideLayout449.xml"/><Relationship Id="rId12" Type="http://schemas.openxmlformats.org/officeDocument/2006/relationships/slideLayout" Target="../slideLayouts/slideLayout454.xml"/><Relationship Id="rId2" Type="http://schemas.openxmlformats.org/officeDocument/2006/relationships/slideLayout" Target="../slideLayouts/slideLayout444.xml"/><Relationship Id="rId1" Type="http://schemas.openxmlformats.org/officeDocument/2006/relationships/slideLayout" Target="../slideLayouts/slideLayout443.xml"/><Relationship Id="rId6" Type="http://schemas.openxmlformats.org/officeDocument/2006/relationships/slideLayout" Target="../slideLayouts/slideLayout448.xml"/><Relationship Id="rId11" Type="http://schemas.openxmlformats.org/officeDocument/2006/relationships/slideLayout" Target="../slideLayouts/slideLayout453.xml"/><Relationship Id="rId5" Type="http://schemas.openxmlformats.org/officeDocument/2006/relationships/slideLayout" Target="../slideLayouts/slideLayout447.xml"/><Relationship Id="rId10" Type="http://schemas.openxmlformats.org/officeDocument/2006/relationships/slideLayout" Target="../slideLayouts/slideLayout452.xml"/><Relationship Id="rId4" Type="http://schemas.openxmlformats.org/officeDocument/2006/relationships/slideLayout" Target="../slideLayouts/slideLayout446.xml"/><Relationship Id="rId9" Type="http://schemas.openxmlformats.org/officeDocument/2006/relationships/slideLayout" Target="../slideLayouts/slideLayout451.xml"/><Relationship Id="rId14" Type="http://schemas.openxmlformats.org/officeDocument/2006/relationships/theme" Target="../theme/theme35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3.xml"/><Relationship Id="rId13" Type="http://schemas.openxmlformats.org/officeDocument/2006/relationships/slideLayout" Target="../slideLayouts/slideLayout468.xml"/><Relationship Id="rId3" Type="http://schemas.openxmlformats.org/officeDocument/2006/relationships/slideLayout" Target="../slideLayouts/slideLayout458.xml"/><Relationship Id="rId7" Type="http://schemas.openxmlformats.org/officeDocument/2006/relationships/slideLayout" Target="../slideLayouts/slideLayout462.xml"/><Relationship Id="rId12" Type="http://schemas.openxmlformats.org/officeDocument/2006/relationships/slideLayout" Target="../slideLayouts/slideLayout467.xml"/><Relationship Id="rId2" Type="http://schemas.openxmlformats.org/officeDocument/2006/relationships/slideLayout" Target="../slideLayouts/slideLayout457.xml"/><Relationship Id="rId1" Type="http://schemas.openxmlformats.org/officeDocument/2006/relationships/slideLayout" Target="../slideLayouts/slideLayout456.xml"/><Relationship Id="rId6" Type="http://schemas.openxmlformats.org/officeDocument/2006/relationships/slideLayout" Target="../slideLayouts/slideLayout461.xml"/><Relationship Id="rId11" Type="http://schemas.openxmlformats.org/officeDocument/2006/relationships/slideLayout" Target="../slideLayouts/slideLayout466.xml"/><Relationship Id="rId5" Type="http://schemas.openxmlformats.org/officeDocument/2006/relationships/slideLayout" Target="../slideLayouts/slideLayout460.xml"/><Relationship Id="rId10" Type="http://schemas.openxmlformats.org/officeDocument/2006/relationships/slideLayout" Target="../slideLayouts/slideLayout465.xml"/><Relationship Id="rId4" Type="http://schemas.openxmlformats.org/officeDocument/2006/relationships/slideLayout" Target="../slideLayouts/slideLayout459.xml"/><Relationship Id="rId9" Type="http://schemas.openxmlformats.org/officeDocument/2006/relationships/slideLayout" Target="../slideLayouts/slideLayout464.xml"/><Relationship Id="rId14" Type="http://schemas.openxmlformats.org/officeDocument/2006/relationships/theme" Target="../theme/theme36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6.xml"/><Relationship Id="rId13" Type="http://schemas.openxmlformats.org/officeDocument/2006/relationships/slideLayout" Target="../slideLayouts/slideLayout481.xml"/><Relationship Id="rId3" Type="http://schemas.openxmlformats.org/officeDocument/2006/relationships/slideLayout" Target="../slideLayouts/slideLayout471.xml"/><Relationship Id="rId7" Type="http://schemas.openxmlformats.org/officeDocument/2006/relationships/slideLayout" Target="../slideLayouts/slideLayout475.xml"/><Relationship Id="rId12" Type="http://schemas.openxmlformats.org/officeDocument/2006/relationships/slideLayout" Target="../slideLayouts/slideLayout480.xml"/><Relationship Id="rId2" Type="http://schemas.openxmlformats.org/officeDocument/2006/relationships/slideLayout" Target="../slideLayouts/slideLayout470.xml"/><Relationship Id="rId1" Type="http://schemas.openxmlformats.org/officeDocument/2006/relationships/slideLayout" Target="../slideLayouts/slideLayout469.xml"/><Relationship Id="rId6" Type="http://schemas.openxmlformats.org/officeDocument/2006/relationships/slideLayout" Target="../slideLayouts/slideLayout474.xml"/><Relationship Id="rId11" Type="http://schemas.openxmlformats.org/officeDocument/2006/relationships/slideLayout" Target="../slideLayouts/slideLayout479.xml"/><Relationship Id="rId5" Type="http://schemas.openxmlformats.org/officeDocument/2006/relationships/slideLayout" Target="../slideLayouts/slideLayout473.xml"/><Relationship Id="rId10" Type="http://schemas.openxmlformats.org/officeDocument/2006/relationships/slideLayout" Target="../slideLayouts/slideLayout478.xml"/><Relationship Id="rId4" Type="http://schemas.openxmlformats.org/officeDocument/2006/relationships/slideLayout" Target="../slideLayouts/slideLayout472.xml"/><Relationship Id="rId9" Type="http://schemas.openxmlformats.org/officeDocument/2006/relationships/slideLayout" Target="../slideLayouts/slideLayout477.xml"/><Relationship Id="rId14" Type="http://schemas.openxmlformats.org/officeDocument/2006/relationships/theme" Target="../theme/theme37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9.xml"/><Relationship Id="rId13" Type="http://schemas.openxmlformats.org/officeDocument/2006/relationships/slideLayout" Target="../slideLayouts/slideLayout494.xml"/><Relationship Id="rId3" Type="http://schemas.openxmlformats.org/officeDocument/2006/relationships/slideLayout" Target="../slideLayouts/slideLayout484.xml"/><Relationship Id="rId7" Type="http://schemas.openxmlformats.org/officeDocument/2006/relationships/slideLayout" Target="../slideLayouts/slideLayout488.xml"/><Relationship Id="rId12" Type="http://schemas.openxmlformats.org/officeDocument/2006/relationships/slideLayout" Target="../slideLayouts/slideLayout493.xml"/><Relationship Id="rId2" Type="http://schemas.openxmlformats.org/officeDocument/2006/relationships/slideLayout" Target="../slideLayouts/slideLayout483.xml"/><Relationship Id="rId1" Type="http://schemas.openxmlformats.org/officeDocument/2006/relationships/slideLayout" Target="../slideLayouts/slideLayout482.xml"/><Relationship Id="rId6" Type="http://schemas.openxmlformats.org/officeDocument/2006/relationships/slideLayout" Target="../slideLayouts/slideLayout487.xml"/><Relationship Id="rId11" Type="http://schemas.openxmlformats.org/officeDocument/2006/relationships/slideLayout" Target="../slideLayouts/slideLayout492.xml"/><Relationship Id="rId5" Type="http://schemas.openxmlformats.org/officeDocument/2006/relationships/slideLayout" Target="../slideLayouts/slideLayout486.xml"/><Relationship Id="rId10" Type="http://schemas.openxmlformats.org/officeDocument/2006/relationships/slideLayout" Target="../slideLayouts/slideLayout491.xml"/><Relationship Id="rId4" Type="http://schemas.openxmlformats.org/officeDocument/2006/relationships/slideLayout" Target="../slideLayouts/slideLayout485.xml"/><Relationship Id="rId9" Type="http://schemas.openxmlformats.org/officeDocument/2006/relationships/slideLayout" Target="../slideLayouts/slideLayout490.xml"/><Relationship Id="rId14" Type="http://schemas.openxmlformats.org/officeDocument/2006/relationships/theme" Target="../theme/theme38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2.xml"/><Relationship Id="rId13" Type="http://schemas.openxmlformats.org/officeDocument/2006/relationships/slideLayout" Target="../slideLayouts/slideLayout507.xml"/><Relationship Id="rId3" Type="http://schemas.openxmlformats.org/officeDocument/2006/relationships/slideLayout" Target="../slideLayouts/slideLayout497.xml"/><Relationship Id="rId7" Type="http://schemas.openxmlformats.org/officeDocument/2006/relationships/slideLayout" Target="../slideLayouts/slideLayout501.xml"/><Relationship Id="rId12" Type="http://schemas.openxmlformats.org/officeDocument/2006/relationships/slideLayout" Target="../slideLayouts/slideLayout506.xml"/><Relationship Id="rId2" Type="http://schemas.openxmlformats.org/officeDocument/2006/relationships/slideLayout" Target="../slideLayouts/slideLayout496.xml"/><Relationship Id="rId1" Type="http://schemas.openxmlformats.org/officeDocument/2006/relationships/slideLayout" Target="../slideLayouts/slideLayout495.xml"/><Relationship Id="rId6" Type="http://schemas.openxmlformats.org/officeDocument/2006/relationships/slideLayout" Target="../slideLayouts/slideLayout500.xml"/><Relationship Id="rId11" Type="http://schemas.openxmlformats.org/officeDocument/2006/relationships/slideLayout" Target="../slideLayouts/slideLayout505.xml"/><Relationship Id="rId5" Type="http://schemas.openxmlformats.org/officeDocument/2006/relationships/slideLayout" Target="../slideLayouts/slideLayout499.xml"/><Relationship Id="rId10" Type="http://schemas.openxmlformats.org/officeDocument/2006/relationships/slideLayout" Target="../slideLayouts/slideLayout504.xml"/><Relationship Id="rId4" Type="http://schemas.openxmlformats.org/officeDocument/2006/relationships/slideLayout" Target="../slideLayouts/slideLayout498.xml"/><Relationship Id="rId9" Type="http://schemas.openxmlformats.org/officeDocument/2006/relationships/slideLayout" Target="../slideLayouts/slideLayout503.xml"/><Relationship Id="rId14" Type="http://schemas.openxmlformats.org/officeDocument/2006/relationships/theme" Target="../theme/theme39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15.xml"/><Relationship Id="rId13" Type="http://schemas.openxmlformats.org/officeDocument/2006/relationships/slideLayout" Target="../slideLayouts/slideLayout520.xml"/><Relationship Id="rId3" Type="http://schemas.openxmlformats.org/officeDocument/2006/relationships/slideLayout" Target="../slideLayouts/slideLayout510.xml"/><Relationship Id="rId7" Type="http://schemas.openxmlformats.org/officeDocument/2006/relationships/slideLayout" Target="../slideLayouts/slideLayout514.xml"/><Relationship Id="rId12" Type="http://schemas.openxmlformats.org/officeDocument/2006/relationships/slideLayout" Target="../slideLayouts/slideLayout519.xml"/><Relationship Id="rId2" Type="http://schemas.openxmlformats.org/officeDocument/2006/relationships/slideLayout" Target="../slideLayouts/slideLayout509.xml"/><Relationship Id="rId1" Type="http://schemas.openxmlformats.org/officeDocument/2006/relationships/slideLayout" Target="../slideLayouts/slideLayout508.xml"/><Relationship Id="rId6" Type="http://schemas.openxmlformats.org/officeDocument/2006/relationships/slideLayout" Target="../slideLayouts/slideLayout513.xml"/><Relationship Id="rId11" Type="http://schemas.openxmlformats.org/officeDocument/2006/relationships/slideLayout" Target="../slideLayouts/slideLayout518.xml"/><Relationship Id="rId5" Type="http://schemas.openxmlformats.org/officeDocument/2006/relationships/slideLayout" Target="../slideLayouts/slideLayout512.xml"/><Relationship Id="rId10" Type="http://schemas.openxmlformats.org/officeDocument/2006/relationships/slideLayout" Target="../slideLayouts/slideLayout517.xml"/><Relationship Id="rId4" Type="http://schemas.openxmlformats.org/officeDocument/2006/relationships/slideLayout" Target="../slideLayouts/slideLayout511.xml"/><Relationship Id="rId9" Type="http://schemas.openxmlformats.org/officeDocument/2006/relationships/slideLayout" Target="../slideLayouts/slideLayout516.xml"/><Relationship Id="rId14" Type="http://schemas.openxmlformats.org/officeDocument/2006/relationships/theme" Target="../theme/theme40.xml"/></Relationships>
</file>

<file path=ppt/slideMasters/_rels/slideMaster4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8.xml"/><Relationship Id="rId13" Type="http://schemas.openxmlformats.org/officeDocument/2006/relationships/slideLayout" Target="../slideLayouts/slideLayout533.xml"/><Relationship Id="rId3" Type="http://schemas.openxmlformats.org/officeDocument/2006/relationships/slideLayout" Target="../slideLayouts/slideLayout523.xml"/><Relationship Id="rId7" Type="http://schemas.openxmlformats.org/officeDocument/2006/relationships/slideLayout" Target="../slideLayouts/slideLayout527.xml"/><Relationship Id="rId12" Type="http://schemas.openxmlformats.org/officeDocument/2006/relationships/slideLayout" Target="../slideLayouts/slideLayout532.xml"/><Relationship Id="rId2" Type="http://schemas.openxmlformats.org/officeDocument/2006/relationships/slideLayout" Target="../slideLayouts/slideLayout522.xml"/><Relationship Id="rId1" Type="http://schemas.openxmlformats.org/officeDocument/2006/relationships/slideLayout" Target="../slideLayouts/slideLayout521.xml"/><Relationship Id="rId6" Type="http://schemas.openxmlformats.org/officeDocument/2006/relationships/slideLayout" Target="../slideLayouts/slideLayout526.xml"/><Relationship Id="rId11" Type="http://schemas.openxmlformats.org/officeDocument/2006/relationships/slideLayout" Target="../slideLayouts/slideLayout531.xml"/><Relationship Id="rId5" Type="http://schemas.openxmlformats.org/officeDocument/2006/relationships/slideLayout" Target="../slideLayouts/slideLayout525.xml"/><Relationship Id="rId10" Type="http://schemas.openxmlformats.org/officeDocument/2006/relationships/slideLayout" Target="../slideLayouts/slideLayout530.xml"/><Relationship Id="rId4" Type="http://schemas.openxmlformats.org/officeDocument/2006/relationships/slideLayout" Target="../slideLayouts/slideLayout524.xml"/><Relationship Id="rId9" Type="http://schemas.openxmlformats.org/officeDocument/2006/relationships/slideLayout" Target="../slideLayouts/slideLayout529.xml"/><Relationship Id="rId14" Type="http://schemas.openxmlformats.org/officeDocument/2006/relationships/theme" Target="../theme/theme41.xml"/></Relationships>
</file>

<file path=ppt/slideMasters/_rels/slideMaster4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1.xml"/><Relationship Id="rId13" Type="http://schemas.openxmlformats.org/officeDocument/2006/relationships/slideLayout" Target="../slideLayouts/slideLayout546.xml"/><Relationship Id="rId3" Type="http://schemas.openxmlformats.org/officeDocument/2006/relationships/slideLayout" Target="../slideLayouts/slideLayout536.xml"/><Relationship Id="rId7" Type="http://schemas.openxmlformats.org/officeDocument/2006/relationships/slideLayout" Target="../slideLayouts/slideLayout540.xml"/><Relationship Id="rId12" Type="http://schemas.openxmlformats.org/officeDocument/2006/relationships/slideLayout" Target="../slideLayouts/slideLayout545.xml"/><Relationship Id="rId2" Type="http://schemas.openxmlformats.org/officeDocument/2006/relationships/slideLayout" Target="../slideLayouts/slideLayout535.xml"/><Relationship Id="rId1" Type="http://schemas.openxmlformats.org/officeDocument/2006/relationships/slideLayout" Target="../slideLayouts/slideLayout534.xml"/><Relationship Id="rId6" Type="http://schemas.openxmlformats.org/officeDocument/2006/relationships/slideLayout" Target="../slideLayouts/slideLayout539.xml"/><Relationship Id="rId11" Type="http://schemas.openxmlformats.org/officeDocument/2006/relationships/slideLayout" Target="../slideLayouts/slideLayout544.xml"/><Relationship Id="rId5" Type="http://schemas.openxmlformats.org/officeDocument/2006/relationships/slideLayout" Target="../slideLayouts/slideLayout538.xml"/><Relationship Id="rId10" Type="http://schemas.openxmlformats.org/officeDocument/2006/relationships/slideLayout" Target="../slideLayouts/slideLayout543.xml"/><Relationship Id="rId4" Type="http://schemas.openxmlformats.org/officeDocument/2006/relationships/slideLayout" Target="../slideLayouts/slideLayout537.xml"/><Relationship Id="rId9" Type="http://schemas.openxmlformats.org/officeDocument/2006/relationships/slideLayout" Target="../slideLayouts/slideLayout542.xml"/><Relationship Id="rId14" Type="http://schemas.openxmlformats.org/officeDocument/2006/relationships/theme" Target="../theme/theme42.xml"/></Relationships>
</file>

<file path=ppt/slideMasters/_rels/slideMaster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4.xml"/><Relationship Id="rId13" Type="http://schemas.openxmlformats.org/officeDocument/2006/relationships/slideLayout" Target="../slideLayouts/slideLayout559.xml"/><Relationship Id="rId3" Type="http://schemas.openxmlformats.org/officeDocument/2006/relationships/slideLayout" Target="../slideLayouts/slideLayout549.xml"/><Relationship Id="rId7" Type="http://schemas.openxmlformats.org/officeDocument/2006/relationships/slideLayout" Target="../slideLayouts/slideLayout553.xml"/><Relationship Id="rId12" Type="http://schemas.openxmlformats.org/officeDocument/2006/relationships/slideLayout" Target="../slideLayouts/slideLayout558.xml"/><Relationship Id="rId2" Type="http://schemas.openxmlformats.org/officeDocument/2006/relationships/slideLayout" Target="../slideLayouts/slideLayout548.xml"/><Relationship Id="rId1" Type="http://schemas.openxmlformats.org/officeDocument/2006/relationships/slideLayout" Target="../slideLayouts/slideLayout547.xml"/><Relationship Id="rId6" Type="http://schemas.openxmlformats.org/officeDocument/2006/relationships/slideLayout" Target="../slideLayouts/slideLayout552.xml"/><Relationship Id="rId11" Type="http://schemas.openxmlformats.org/officeDocument/2006/relationships/slideLayout" Target="../slideLayouts/slideLayout557.xml"/><Relationship Id="rId5" Type="http://schemas.openxmlformats.org/officeDocument/2006/relationships/slideLayout" Target="../slideLayouts/slideLayout551.xml"/><Relationship Id="rId10" Type="http://schemas.openxmlformats.org/officeDocument/2006/relationships/slideLayout" Target="../slideLayouts/slideLayout556.xml"/><Relationship Id="rId4" Type="http://schemas.openxmlformats.org/officeDocument/2006/relationships/slideLayout" Target="../slideLayouts/slideLayout550.xml"/><Relationship Id="rId9" Type="http://schemas.openxmlformats.org/officeDocument/2006/relationships/slideLayout" Target="../slideLayouts/slideLayout555.xml"/><Relationship Id="rId14" Type="http://schemas.openxmlformats.org/officeDocument/2006/relationships/theme" Target="../theme/theme43.xml"/></Relationships>
</file>

<file path=ppt/slideMasters/_rels/slideMaster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7.xml"/><Relationship Id="rId13" Type="http://schemas.openxmlformats.org/officeDocument/2006/relationships/slideLayout" Target="../slideLayouts/slideLayout572.xml"/><Relationship Id="rId3" Type="http://schemas.openxmlformats.org/officeDocument/2006/relationships/slideLayout" Target="../slideLayouts/slideLayout562.xml"/><Relationship Id="rId7" Type="http://schemas.openxmlformats.org/officeDocument/2006/relationships/slideLayout" Target="../slideLayouts/slideLayout566.xml"/><Relationship Id="rId12" Type="http://schemas.openxmlformats.org/officeDocument/2006/relationships/slideLayout" Target="../slideLayouts/slideLayout571.xml"/><Relationship Id="rId2" Type="http://schemas.openxmlformats.org/officeDocument/2006/relationships/slideLayout" Target="../slideLayouts/slideLayout561.xml"/><Relationship Id="rId1" Type="http://schemas.openxmlformats.org/officeDocument/2006/relationships/slideLayout" Target="../slideLayouts/slideLayout560.xml"/><Relationship Id="rId6" Type="http://schemas.openxmlformats.org/officeDocument/2006/relationships/slideLayout" Target="../slideLayouts/slideLayout565.xml"/><Relationship Id="rId11" Type="http://schemas.openxmlformats.org/officeDocument/2006/relationships/slideLayout" Target="../slideLayouts/slideLayout570.xml"/><Relationship Id="rId5" Type="http://schemas.openxmlformats.org/officeDocument/2006/relationships/slideLayout" Target="../slideLayouts/slideLayout564.xml"/><Relationship Id="rId10" Type="http://schemas.openxmlformats.org/officeDocument/2006/relationships/slideLayout" Target="../slideLayouts/slideLayout569.xml"/><Relationship Id="rId4" Type="http://schemas.openxmlformats.org/officeDocument/2006/relationships/slideLayout" Target="../slideLayouts/slideLayout563.xml"/><Relationship Id="rId9" Type="http://schemas.openxmlformats.org/officeDocument/2006/relationships/slideLayout" Target="../slideLayouts/slideLayout568.xml"/><Relationship Id="rId14" Type="http://schemas.openxmlformats.org/officeDocument/2006/relationships/theme" Target="../theme/theme44.xml"/></Relationships>
</file>

<file path=ppt/slideMasters/_rels/slideMaster4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0.xml"/><Relationship Id="rId13" Type="http://schemas.openxmlformats.org/officeDocument/2006/relationships/slideLayout" Target="../slideLayouts/slideLayout585.xml"/><Relationship Id="rId3" Type="http://schemas.openxmlformats.org/officeDocument/2006/relationships/slideLayout" Target="../slideLayouts/slideLayout575.xml"/><Relationship Id="rId7" Type="http://schemas.openxmlformats.org/officeDocument/2006/relationships/slideLayout" Target="../slideLayouts/slideLayout579.xml"/><Relationship Id="rId12" Type="http://schemas.openxmlformats.org/officeDocument/2006/relationships/slideLayout" Target="../slideLayouts/slideLayout584.xml"/><Relationship Id="rId2" Type="http://schemas.openxmlformats.org/officeDocument/2006/relationships/slideLayout" Target="../slideLayouts/slideLayout574.xml"/><Relationship Id="rId1" Type="http://schemas.openxmlformats.org/officeDocument/2006/relationships/slideLayout" Target="../slideLayouts/slideLayout573.xml"/><Relationship Id="rId6" Type="http://schemas.openxmlformats.org/officeDocument/2006/relationships/slideLayout" Target="../slideLayouts/slideLayout578.xml"/><Relationship Id="rId11" Type="http://schemas.openxmlformats.org/officeDocument/2006/relationships/slideLayout" Target="../slideLayouts/slideLayout583.xml"/><Relationship Id="rId5" Type="http://schemas.openxmlformats.org/officeDocument/2006/relationships/slideLayout" Target="../slideLayouts/slideLayout577.xml"/><Relationship Id="rId10" Type="http://schemas.openxmlformats.org/officeDocument/2006/relationships/slideLayout" Target="../slideLayouts/slideLayout582.xml"/><Relationship Id="rId4" Type="http://schemas.openxmlformats.org/officeDocument/2006/relationships/slideLayout" Target="../slideLayouts/slideLayout576.xml"/><Relationship Id="rId9" Type="http://schemas.openxmlformats.org/officeDocument/2006/relationships/slideLayout" Target="../slideLayouts/slideLayout581.xml"/><Relationship Id="rId14" Type="http://schemas.openxmlformats.org/officeDocument/2006/relationships/theme" Target="../theme/theme45.xml"/></Relationships>
</file>

<file path=ppt/slideMasters/_rels/slideMaster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3.xml"/><Relationship Id="rId13" Type="http://schemas.openxmlformats.org/officeDocument/2006/relationships/slideLayout" Target="../slideLayouts/slideLayout598.xml"/><Relationship Id="rId3" Type="http://schemas.openxmlformats.org/officeDocument/2006/relationships/slideLayout" Target="../slideLayouts/slideLayout588.xml"/><Relationship Id="rId7" Type="http://schemas.openxmlformats.org/officeDocument/2006/relationships/slideLayout" Target="../slideLayouts/slideLayout592.xml"/><Relationship Id="rId12" Type="http://schemas.openxmlformats.org/officeDocument/2006/relationships/slideLayout" Target="../slideLayouts/slideLayout597.xml"/><Relationship Id="rId2" Type="http://schemas.openxmlformats.org/officeDocument/2006/relationships/slideLayout" Target="../slideLayouts/slideLayout587.xml"/><Relationship Id="rId1" Type="http://schemas.openxmlformats.org/officeDocument/2006/relationships/slideLayout" Target="../slideLayouts/slideLayout586.xml"/><Relationship Id="rId6" Type="http://schemas.openxmlformats.org/officeDocument/2006/relationships/slideLayout" Target="../slideLayouts/slideLayout591.xml"/><Relationship Id="rId11" Type="http://schemas.openxmlformats.org/officeDocument/2006/relationships/slideLayout" Target="../slideLayouts/slideLayout596.xml"/><Relationship Id="rId5" Type="http://schemas.openxmlformats.org/officeDocument/2006/relationships/slideLayout" Target="../slideLayouts/slideLayout590.xml"/><Relationship Id="rId10" Type="http://schemas.openxmlformats.org/officeDocument/2006/relationships/slideLayout" Target="../slideLayouts/slideLayout595.xml"/><Relationship Id="rId4" Type="http://schemas.openxmlformats.org/officeDocument/2006/relationships/slideLayout" Target="../slideLayouts/slideLayout589.xml"/><Relationship Id="rId9" Type="http://schemas.openxmlformats.org/officeDocument/2006/relationships/slideLayout" Target="../slideLayouts/slideLayout594.xml"/><Relationship Id="rId14" Type="http://schemas.openxmlformats.org/officeDocument/2006/relationships/theme" Target="../theme/theme46.xml"/></Relationships>
</file>

<file path=ppt/slideMasters/_rels/slideMaster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6.xml"/><Relationship Id="rId13" Type="http://schemas.openxmlformats.org/officeDocument/2006/relationships/slideLayout" Target="../slideLayouts/slideLayout611.xml"/><Relationship Id="rId3" Type="http://schemas.openxmlformats.org/officeDocument/2006/relationships/slideLayout" Target="../slideLayouts/slideLayout601.xml"/><Relationship Id="rId7" Type="http://schemas.openxmlformats.org/officeDocument/2006/relationships/slideLayout" Target="../slideLayouts/slideLayout605.xml"/><Relationship Id="rId12" Type="http://schemas.openxmlformats.org/officeDocument/2006/relationships/slideLayout" Target="../slideLayouts/slideLayout610.xml"/><Relationship Id="rId2" Type="http://schemas.openxmlformats.org/officeDocument/2006/relationships/slideLayout" Target="../slideLayouts/slideLayout600.xml"/><Relationship Id="rId1" Type="http://schemas.openxmlformats.org/officeDocument/2006/relationships/slideLayout" Target="../slideLayouts/slideLayout599.xml"/><Relationship Id="rId6" Type="http://schemas.openxmlformats.org/officeDocument/2006/relationships/slideLayout" Target="../slideLayouts/slideLayout604.xml"/><Relationship Id="rId11" Type="http://schemas.openxmlformats.org/officeDocument/2006/relationships/slideLayout" Target="../slideLayouts/slideLayout609.xml"/><Relationship Id="rId5" Type="http://schemas.openxmlformats.org/officeDocument/2006/relationships/slideLayout" Target="../slideLayouts/slideLayout603.xml"/><Relationship Id="rId10" Type="http://schemas.openxmlformats.org/officeDocument/2006/relationships/slideLayout" Target="../slideLayouts/slideLayout608.xml"/><Relationship Id="rId4" Type="http://schemas.openxmlformats.org/officeDocument/2006/relationships/slideLayout" Target="../slideLayouts/slideLayout602.xml"/><Relationship Id="rId9" Type="http://schemas.openxmlformats.org/officeDocument/2006/relationships/slideLayout" Target="../slideLayouts/slideLayout607.xml"/><Relationship Id="rId14" Type="http://schemas.openxmlformats.org/officeDocument/2006/relationships/theme" Target="../theme/theme47.xml"/></Relationships>
</file>

<file path=ppt/slideMasters/_rels/slideMaster4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9.xml"/><Relationship Id="rId13" Type="http://schemas.openxmlformats.org/officeDocument/2006/relationships/slideLayout" Target="../slideLayouts/slideLayout624.xml"/><Relationship Id="rId3" Type="http://schemas.openxmlformats.org/officeDocument/2006/relationships/slideLayout" Target="../slideLayouts/slideLayout614.xml"/><Relationship Id="rId7" Type="http://schemas.openxmlformats.org/officeDocument/2006/relationships/slideLayout" Target="../slideLayouts/slideLayout618.xml"/><Relationship Id="rId12" Type="http://schemas.openxmlformats.org/officeDocument/2006/relationships/slideLayout" Target="../slideLayouts/slideLayout623.xml"/><Relationship Id="rId2" Type="http://schemas.openxmlformats.org/officeDocument/2006/relationships/slideLayout" Target="../slideLayouts/slideLayout613.xml"/><Relationship Id="rId1" Type="http://schemas.openxmlformats.org/officeDocument/2006/relationships/slideLayout" Target="../slideLayouts/slideLayout612.xml"/><Relationship Id="rId6" Type="http://schemas.openxmlformats.org/officeDocument/2006/relationships/slideLayout" Target="../slideLayouts/slideLayout617.xml"/><Relationship Id="rId11" Type="http://schemas.openxmlformats.org/officeDocument/2006/relationships/slideLayout" Target="../slideLayouts/slideLayout622.xml"/><Relationship Id="rId5" Type="http://schemas.openxmlformats.org/officeDocument/2006/relationships/slideLayout" Target="../slideLayouts/slideLayout616.xml"/><Relationship Id="rId10" Type="http://schemas.openxmlformats.org/officeDocument/2006/relationships/slideLayout" Target="../slideLayouts/slideLayout621.xml"/><Relationship Id="rId4" Type="http://schemas.openxmlformats.org/officeDocument/2006/relationships/slideLayout" Target="../slideLayouts/slideLayout615.xml"/><Relationship Id="rId9" Type="http://schemas.openxmlformats.org/officeDocument/2006/relationships/slideLayout" Target="../slideLayouts/slideLayout620.xml"/><Relationship Id="rId14" Type="http://schemas.openxmlformats.org/officeDocument/2006/relationships/theme" Target="../theme/theme48.xml"/></Relationships>
</file>

<file path=ppt/slideMasters/_rels/slideMaster4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2.xml"/><Relationship Id="rId13" Type="http://schemas.openxmlformats.org/officeDocument/2006/relationships/slideLayout" Target="../slideLayouts/slideLayout637.xml"/><Relationship Id="rId3" Type="http://schemas.openxmlformats.org/officeDocument/2006/relationships/slideLayout" Target="../slideLayouts/slideLayout627.xml"/><Relationship Id="rId7" Type="http://schemas.openxmlformats.org/officeDocument/2006/relationships/slideLayout" Target="../slideLayouts/slideLayout631.xml"/><Relationship Id="rId12" Type="http://schemas.openxmlformats.org/officeDocument/2006/relationships/slideLayout" Target="../slideLayouts/slideLayout636.xml"/><Relationship Id="rId2" Type="http://schemas.openxmlformats.org/officeDocument/2006/relationships/slideLayout" Target="../slideLayouts/slideLayout626.xml"/><Relationship Id="rId1" Type="http://schemas.openxmlformats.org/officeDocument/2006/relationships/slideLayout" Target="../slideLayouts/slideLayout625.xml"/><Relationship Id="rId6" Type="http://schemas.openxmlformats.org/officeDocument/2006/relationships/slideLayout" Target="../slideLayouts/slideLayout630.xml"/><Relationship Id="rId11" Type="http://schemas.openxmlformats.org/officeDocument/2006/relationships/slideLayout" Target="../slideLayouts/slideLayout635.xml"/><Relationship Id="rId5" Type="http://schemas.openxmlformats.org/officeDocument/2006/relationships/slideLayout" Target="../slideLayouts/slideLayout629.xml"/><Relationship Id="rId10" Type="http://schemas.openxmlformats.org/officeDocument/2006/relationships/slideLayout" Target="../slideLayouts/slideLayout634.xml"/><Relationship Id="rId4" Type="http://schemas.openxmlformats.org/officeDocument/2006/relationships/slideLayout" Target="../slideLayouts/slideLayout628.xml"/><Relationship Id="rId9" Type="http://schemas.openxmlformats.org/officeDocument/2006/relationships/slideLayout" Target="../slideLayouts/slideLayout633.xml"/><Relationship Id="rId14" Type="http://schemas.openxmlformats.org/officeDocument/2006/relationships/theme" Target="../theme/theme49.xml"/></Relationships>
</file>

<file path=ppt/slideMasters/_rels/slideMaster5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5.xml"/><Relationship Id="rId13" Type="http://schemas.openxmlformats.org/officeDocument/2006/relationships/slideLayout" Target="../slideLayouts/slideLayout650.xml"/><Relationship Id="rId3" Type="http://schemas.openxmlformats.org/officeDocument/2006/relationships/slideLayout" Target="../slideLayouts/slideLayout640.xml"/><Relationship Id="rId7" Type="http://schemas.openxmlformats.org/officeDocument/2006/relationships/slideLayout" Target="../slideLayouts/slideLayout644.xml"/><Relationship Id="rId12" Type="http://schemas.openxmlformats.org/officeDocument/2006/relationships/slideLayout" Target="../slideLayouts/slideLayout649.xml"/><Relationship Id="rId2" Type="http://schemas.openxmlformats.org/officeDocument/2006/relationships/slideLayout" Target="../slideLayouts/slideLayout639.xml"/><Relationship Id="rId1" Type="http://schemas.openxmlformats.org/officeDocument/2006/relationships/slideLayout" Target="../slideLayouts/slideLayout638.xml"/><Relationship Id="rId6" Type="http://schemas.openxmlformats.org/officeDocument/2006/relationships/slideLayout" Target="../slideLayouts/slideLayout643.xml"/><Relationship Id="rId11" Type="http://schemas.openxmlformats.org/officeDocument/2006/relationships/slideLayout" Target="../slideLayouts/slideLayout648.xml"/><Relationship Id="rId5" Type="http://schemas.openxmlformats.org/officeDocument/2006/relationships/slideLayout" Target="../slideLayouts/slideLayout642.xml"/><Relationship Id="rId10" Type="http://schemas.openxmlformats.org/officeDocument/2006/relationships/slideLayout" Target="../slideLayouts/slideLayout647.xml"/><Relationship Id="rId4" Type="http://schemas.openxmlformats.org/officeDocument/2006/relationships/slideLayout" Target="../slideLayouts/slideLayout641.xml"/><Relationship Id="rId9" Type="http://schemas.openxmlformats.org/officeDocument/2006/relationships/slideLayout" Target="../slideLayouts/slideLayout646.xml"/><Relationship Id="rId14" Type="http://schemas.openxmlformats.org/officeDocument/2006/relationships/theme" Target="../theme/theme50.xml"/></Relationships>
</file>

<file path=ppt/slideMasters/_rels/slideMaster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8.xml"/><Relationship Id="rId13" Type="http://schemas.openxmlformats.org/officeDocument/2006/relationships/slideLayout" Target="../slideLayouts/slideLayout663.xml"/><Relationship Id="rId3" Type="http://schemas.openxmlformats.org/officeDocument/2006/relationships/slideLayout" Target="../slideLayouts/slideLayout653.xml"/><Relationship Id="rId7" Type="http://schemas.openxmlformats.org/officeDocument/2006/relationships/slideLayout" Target="../slideLayouts/slideLayout657.xml"/><Relationship Id="rId12" Type="http://schemas.openxmlformats.org/officeDocument/2006/relationships/slideLayout" Target="../slideLayouts/slideLayout662.xml"/><Relationship Id="rId2" Type="http://schemas.openxmlformats.org/officeDocument/2006/relationships/slideLayout" Target="../slideLayouts/slideLayout652.xml"/><Relationship Id="rId1" Type="http://schemas.openxmlformats.org/officeDocument/2006/relationships/slideLayout" Target="../slideLayouts/slideLayout651.xml"/><Relationship Id="rId6" Type="http://schemas.openxmlformats.org/officeDocument/2006/relationships/slideLayout" Target="../slideLayouts/slideLayout656.xml"/><Relationship Id="rId11" Type="http://schemas.openxmlformats.org/officeDocument/2006/relationships/slideLayout" Target="../slideLayouts/slideLayout661.xml"/><Relationship Id="rId5" Type="http://schemas.openxmlformats.org/officeDocument/2006/relationships/slideLayout" Target="../slideLayouts/slideLayout655.xml"/><Relationship Id="rId10" Type="http://schemas.openxmlformats.org/officeDocument/2006/relationships/slideLayout" Target="../slideLayouts/slideLayout660.xml"/><Relationship Id="rId4" Type="http://schemas.openxmlformats.org/officeDocument/2006/relationships/slideLayout" Target="../slideLayouts/slideLayout654.xml"/><Relationship Id="rId9" Type="http://schemas.openxmlformats.org/officeDocument/2006/relationships/slideLayout" Target="../slideLayouts/slideLayout659.xml"/><Relationship Id="rId14" Type="http://schemas.openxmlformats.org/officeDocument/2006/relationships/theme" Target="../theme/theme51.xml"/></Relationships>
</file>

<file path=ppt/slideMasters/_rels/slideMaster5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1.xml"/><Relationship Id="rId13" Type="http://schemas.openxmlformats.org/officeDocument/2006/relationships/slideLayout" Target="../slideLayouts/slideLayout676.xml"/><Relationship Id="rId3" Type="http://schemas.openxmlformats.org/officeDocument/2006/relationships/slideLayout" Target="../slideLayouts/slideLayout666.xml"/><Relationship Id="rId7" Type="http://schemas.openxmlformats.org/officeDocument/2006/relationships/slideLayout" Target="../slideLayouts/slideLayout670.xml"/><Relationship Id="rId12" Type="http://schemas.openxmlformats.org/officeDocument/2006/relationships/slideLayout" Target="../slideLayouts/slideLayout675.xml"/><Relationship Id="rId2" Type="http://schemas.openxmlformats.org/officeDocument/2006/relationships/slideLayout" Target="../slideLayouts/slideLayout665.xml"/><Relationship Id="rId1" Type="http://schemas.openxmlformats.org/officeDocument/2006/relationships/slideLayout" Target="../slideLayouts/slideLayout664.xml"/><Relationship Id="rId6" Type="http://schemas.openxmlformats.org/officeDocument/2006/relationships/slideLayout" Target="../slideLayouts/slideLayout669.xml"/><Relationship Id="rId11" Type="http://schemas.openxmlformats.org/officeDocument/2006/relationships/slideLayout" Target="../slideLayouts/slideLayout674.xml"/><Relationship Id="rId5" Type="http://schemas.openxmlformats.org/officeDocument/2006/relationships/slideLayout" Target="../slideLayouts/slideLayout668.xml"/><Relationship Id="rId10" Type="http://schemas.openxmlformats.org/officeDocument/2006/relationships/slideLayout" Target="../slideLayouts/slideLayout673.xml"/><Relationship Id="rId4" Type="http://schemas.openxmlformats.org/officeDocument/2006/relationships/slideLayout" Target="../slideLayouts/slideLayout667.xml"/><Relationship Id="rId9" Type="http://schemas.openxmlformats.org/officeDocument/2006/relationships/slideLayout" Target="../slideLayouts/slideLayout672.xml"/><Relationship Id="rId14" Type="http://schemas.openxmlformats.org/officeDocument/2006/relationships/theme" Target="../theme/theme52.xml"/></Relationships>
</file>

<file path=ppt/slideMasters/_rels/slideMaster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4.xml"/><Relationship Id="rId13" Type="http://schemas.openxmlformats.org/officeDocument/2006/relationships/slideLayout" Target="../slideLayouts/slideLayout689.xml"/><Relationship Id="rId3" Type="http://schemas.openxmlformats.org/officeDocument/2006/relationships/slideLayout" Target="../slideLayouts/slideLayout679.xml"/><Relationship Id="rId7" Type="http://schemas.openxmlformats.org/officeDocument/2006/relationships/slideLayout" Target="../slideLayouts/slideLayout683.xml"/><Relationship Id="rId12" Type="http://schemas.openxmlformats.org/officeDocument/2006/relationships/slideLayout" Target="../slideLayouts/slideLayout688.xml"/><Relationship Id="rId2" Type="http://schemas.openxmlformats.org/officeDocument/2006/relationships/slideLayout" Target="../slideLayouts/slideLayout678.xml"/><Relationship Id="rId1" Type="http://schemas.openxmlformats.org/officeDocument/2006/relationships/slideLayout" Target="../slideLayouts/slideLayout677.xml"/><Relationship Id="rId6" Type="http://schemas.openxmlformats.org/officeDocument/2006/relationships/slideLayout" Target="../slideLayouts/slideLayout682.xml"/><Relationship Id="rId11" Type="http://schemas.openxmlformats.org/officeDocument/2006/relationships/slideLayout" Target="../slideLayouts/slideLayout687.xml"/><Relationship Id="rId5" Type="http://schemas.openxmlformats.org/officeDocument/2006/relationships/slideLayout" Target="../slideLayouts/slideLayout681.xml"/><Relationship Id="rId10" Type="http://schemas.openxmlformats.org/officeDocument/2006/relationships/slideLayout" Target="../slideLayouts/slideLayout686.xml"/><Relationship Id="rId4" Type="http://schemas.openxmlformats.org/officeDocument/2006/relationships/slideLayout" Target="../slideLayouts/slideLayout680.xml"/><Relationship Id="rId9" Type="http://schemas.openxmlformats.org/officeDocument/2006/relationships/slideLayout" Target="../slideLayouts/slideLayout685.xml"/><Relationship Id="rId14" Type="http://schemas.openxmlformats.org/officeDocument/2006/relationships/theme" Target="../theme/theme53.xml"/></Relationships>
</file>

<file path=ppt/slideMasters/_rels/slideMaster5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7.xml"/><Relationship Id="rId13" Type="http://schemas.openxmlformats.org/officeDocument/2006/relationships/slideLayout" Target="../slideLayouts/slideLayout702.xml"/><Relationship Id="rId3" Type="http://schemas.openxmlformats.org/officeDocument/2006/relationships/slideLayout" Target="../slideLayouts/slideLayout692.xml"/><Relationship Id="rId7" Type="http://schemas.openxmlformats.org/officeDocument/2006/relationships/slideLayout" Target="../slideLayouts/slideLayout696.xml"/><Relationship Id="rId12" Type="http://schemas.openxmlformats.org/officeDocument/2006/relationships/slideLayout" Target="../slideLayouts/slideLayout701.xml"/><Relationship Id="rId2" Type="http://schemas.openxmlformats.org/officeDocument/2006/relationships/slideLayout" Target="../slideLayouts/slideLayout691.xml"/><Relationship Id="rId1" Type="http://schemas.openxmlformats.org/officeDocument/2006/relationships/slideLayout" Target="../slideLayouts/slideLayout690.xml"/><Relationship Id="rId6" Type="http://schemas.openxmlformats.org/officeDocument/2006/relationships/slideLayout" Target="../slideLayouts/slideLayout695.xml"/><Relationship Id="rId11" Type="http://schemas.openxmlformats.org/officeDocument/2006/relationships/slideLayout" Target="../slideLayouts/slideLayout700.xml"/><Relationship Id="rId5" Type="http://schemas.openxmlformats.org/officeDocument/2006/relationships/slideLayout" Target="../slideLayouts/slideLayout694.xml"/><Relationship Id="rId10" Type="http://schemas.openxmlformats.org/officeDocument/2006/relationships/slideLayout" Target="../slideLayouts/slideLayout699.xml"/><Relationship Id="rId4" Type="http://schemas.openxmlformats.org/officeDocument/2006/relationships/slideLayout" Target="../slideLayouts/slideLayout693.xml"/><Relationship Id="rId9" Type="http://schemas.openxmlformats.org/officeDocument/2006/relationships/slideLayout" Target="../slideLayouts/slideLayout698.xml"/><Relationship Id="rId14" Type="http://schemas.openxmlformats.org/officeDocument/2006/relationships/theme" Target="../theme/theme54.xml"/></Relationships>
</file>

<file path=ppt/slideMasters/_rels/slideMaster5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0.xml"/><Relationship Id="rId13" Type="http://schemas.openxmlformats.org/officeDocument/2006/relationships/slideLayout" Target="../slideLayouts/slideLayout715.xml"/><Relationship Id="rId3" Type="http://schemas.openxmlformats.org/officeDocument/2006/relationships/slideLayout" Target="../slideLayouts/slideLayout705.xml"/><Relationship Id="rId7" Type="http://schemas.openxmlformats.org/officeDocument/2006/relationships/slideLayout" Target="../slideLayouts/slideLayout709.xml"/><Relationship Id="rId12" Type="http://schemas.openxmlformats.org/officeDocument/2006/relationships/slideLayout" Target="../slideLayouts/slideLayout714.xml"/><Relationship Id="rId2" Type="http://schemas.openxmlformats.org/officeDocument/2006/relationships/slideLayout" Target="../slideLayouts/slideLayout704.xml"/><Relationship Id="rId1" Type="http://schemas.openxmlformats.org/officeDocument/2006/relationships/slideLayout" Target="../slideLayouts/slideLayout703.xml"/><Relationship Id="rId6" Type="http://schemas.openxmlformats.org/officeDocument/2006/relationships/slideLayout" Target="../slideLayouts/slideLayout708.xml"/><Relationship Id="rId11" Type="http://schemas.openxmlformats.org/officeDocument/2006/relationships/slideLayout" Target="../slideLayouts/slideLayout713.xml"/><Relationship Id="rId5" Type="http://schemas.openxmlformats.org/officeDocument/2006/relationships/slideLayout" Target="../slideLayouts/slideLayout707.xml"/><Relationship Id="rId10" Type="http://schemas.openxmlformats.org/officeDocument/2006/relationships/slideLayout" Target="../slideLayouts/slideLayout712.xml"/><Relationship Id="rId4" Type="http://schemas.openxmlformats.org/officeDocument/2006/relationships/slideLayout" Target="../slideLayouts/slideLayout706.xml"/><Relationship Id="rId9" Type="http://schemas.openxmlformats.org/officeDocument/2006/relationships/slideLayout" Target="../slideLayouts/slideLayout711.xml"/><Relationship Id="rId14" Type="http://schemas.openxmlformats.org/officeDocument/2006/relationships/theme" Target="../theme/theme55.xml"/></Relationships>
</file>

<file path=ppt/slideMasters/_rels/slideMaster5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3.xml"/><Relationship Id="rId13" Type="http://schemas.openxmlformats.org/officeDocument/2006/relationships/slideLayout" Target="../slideLayouts/slideLayout728.xml"/><Relationship Id="rId3" Type="http://schemas.openxmlformats.org/officeDocument/2006/relationships/slideLayout" Target="../slideLayouts/slideLayout718.xml"/><Relationship Id="rId7" Type="http://schemas.openxmlformats.org/officeDocument/2006/relationships/slideLayout" Target="../slideLayouts/slideLayout722.xml"/><Relationship Id="rId12" Type="http://schemas.openxmlformats.org/officeDocument/2006/relationships/slideLayout" Target="../slideLayouts/slideLayout727.xml"/><Relationship Id="rId2" Type="http://schemas.openxmlformats.org/officeDocument/2006/relationships/slideLayout" Target="../slideLayouts/slideLayout717.xml"/><Relationship Id="rId1" Type="http://schemas.openxmlformats.org/officeDocument/2006/relationships/slideLayout" Target="../slideLayouts/slideLayout716.xml"/><Relationship Id="rId6" Type="http://schemas.openxmlformats.org/officeDocument/2006/relationships/slideLayout" Target="../slideLayouts/slideLayout721.xml"/><Relationship Id="rId11" Type="http://schemas.openxmlformats.org/officeDocument/2006/relationships/slideLayout" Target="../slideLayouts/slideLayout726.xml"/><Relationship Id="rId5" Type="http://schemas.openxmlformats.org/officeDocument/2006/relationships/slideLayout" Target="../slideLayouts/slideLayout720.xml"/><Relationship Id="rId10" Type="http://schemas.openxmlformats.org/officeDocument/2006/relationships/slideLayout" Target="../slideLayouts/slideLayout725.xml"/><Relationship Id="rId4" Type="http://schemas.openxmlformats.org/officeDocument/2006/relationships/slideLayout" Target="../slideLayouts/slideLayout719.xml"/><Relationship Id="rId9" Type="http://schemas.openxmlformats.org/officeDocument/2006/relationships/slideLayout" Target="../slideLayouts/slideLayout724.xml"/><Relationship Id="rId14" Type="http://schemas.openxmlformats.org/officeDocument/2006/relationships/theme" Target="../theme/theme56.xml"/></Relationships>
</file>

<file path=ppt/slideMasters/_rels/slideMaster5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6.xml"/><Relationship Id="rId13" Type="http://schemas.openxmlformats.org/officeDocument/2006/relationships/slideLayout" Target="../slideLayouts/slideLayout741.xml"/><Relationship Id="rId3" Type="http://schemas.openxmlformats.org/officeDocument/2006/relationships/slideLayout" Target="../slideLayouts/slideLayout731.xml"/><Relationship Id="rId7" Type="http://schemas.openxmlformats.org/officeDocument/2006/relationships/slideLayout" Target="../slideLayouts/slideLayout735.xml"/><Relationship Id="rId12" Type="http://schemas.openxmlformats.org/officeDocument/2006/relationships/slideLayout" Target="../slideLayouts/slideLayout740.xml"/><Relationship Id="rId2" Type="http://schemas.openxmlformats.org/officeDocument/2006/relationships/slideLayout" Target="../slideLayouts/slideLayout730.xml"/><Relationship Id="rId1" Type="http://schemas.openxmlformats.org/officeDocument/2006/relationships/slideLayout" Target="../slideLayouts/slideLayout729.xml"/><Relationship Id="rId6" Type="http://schemas.openxmlformats.org/officeDocument/2006/relationships/slideLayout" Target="../slideLayouts/slideLayout734.xml"/><Relationship Id="rId11" Type="http://schemas.openxmlformats.org/officeDocument/2006/relationships/slideLayout" Target="../slideLayouts/slideLayout739.xml"/><Relationship Id="rId5" Type="http://schemas.openxmlformats.org/officeDocument/2006/relationships/slideLayout" Target="../slideLayouts/slideLayout733.xml"/><Relationship Id="rId10" Type="http://schemas.openxmlformats.org/officeDocument/2006/relationships/slideLayout" Target="../slideLayouts/slideLayout738.xml"/><Relationship Id="rId4" Type="http://schemas.openxmlformats.org/officeDocument/2006/relationships/slideLayout" Target="../slideLayouts/slideLayout732.xml"/><Relationship Id="rId9" Type="http://schemas.openxmlformats.org/officeDocument/2006/relationships/slideLayout" Target="../slideLayouts/slideLayout737.xml"/><Relationship Id="rId14" Type="http://schemas.openxmlformats.org/officeDocument/2006/relationships/theme" Target="../theme/theme57.xml"/></Relationships>
</file>

<file path=ppt/slideMasters/_rels/slideMaster5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9.xml"/><Relationship Id="rId13" Type="http://schemas.openxmlformats.org/officeDocument/2006/relationships/slideLayout" Target="../slideLayouts/slideLayout754.xml"/><Relationship Id="rId3" Type="http://schemas.openxmlformats.org/officeDocument/2006/relationships/slideLayout" Target="../slideLayouts/slideLayout744.xml"/><Relationship Id="rId7" Type="http://schemas.openxmlformats.org/officeDocument/2006/relationships/slideLayout" Target="../slideLayouts/slideLayout748.xml"/><Relationship Id="rId12" Type="http://schemas.openxmlformats.org/officeDocument/2006/relationships/slideLayout" Target="../slideLayouts/slideLayout753.xml"/><Relationship Id="rId2" Type="http://schemas.openxmlformats.org/officeDocument/2006/relationships/slideLayout" Target="../slideLayouts/slideLayout743.xml"/><Relationship Id="rId1" Type="http://schemas.openxmlformats.org/officeDocument/2006/relationships/slideLayout" Target="../slideLayouts/slideLayout742.xml"/><Relationship Id="rId6" Type="http://schemas.openxmlformats.org/officeDocument/2006/relationships/slideLayout" Target="../slideLayouts/slideLayout747.xml"/><Relationship Id="rId11" Type="http://schemas.openxmlformats.org/officeDocument/2006/relationships/slideLayout" Target="../slideLayouts/slideLayout752.xml"/><Relationship Id="rId5" Type="http://schemas.openxmlformats.org/officeDocument/2006/relationships/slideLayout" Target="../slideLayouts/slideLayout746.xml"/><Relationship Id="rId10" Type="http://schemas.openxmlformats.org/officeDocument/2006/relationships/slideLayout" Target="../slideLayouts/slideLayout751.xml"/><Relationship Id="rId4" Type="http://schemas.openxmlformats.org/officeDocument/2006/relationships/slideLayout" Target="../slideLayouts/slideLayout745.xml"/><Relationship Id="rId9" Type="http://schemas.openxmlformats.org/officeDocument/2006/relationships/slideLayout" Target="../slideLayouts/slideLayout750.xml"/><Relationship Id="rId14" Type="http://schemas.openxmlformats.org/officeDocument/2006/relationships/theme" Target="../theme/theme58.xml"/></Relationships>
</file>

<file path=ppt/slideMasters/_rels/slideMaster5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2.xml"/><Relationship Id="rId13" Type="http://schemas.openxmlformats.org/officeDocument/2006/relationships/slideLayout" Target="../slideLayouts/slideLayout767.xml"/><Relationship Id="rId3" Type="http://schemas.openxmlformats.org/officeDocument/2006/relationships/slideLayout" Target="../slideLayouts/slideLayout757.xml"/><Relationship Id="rId7" Type="http://schemas.openxmlformats.org/officeDocument/2006/relationships/slideLayout" Target="../slideLayouts/slideLayout761.xml"/><Relationship Id="rId12" Type="http://schemas.openxmlformats.org/officeDocument/2006/relationships/slideLayout" Target="../slideLayouts/slideLayout766.xml"/><Relationship Id="rId2" Type="http://schemas.openxmlformats.org/officeDocument/2006/relationships/slideLayout" Target="../slideLayouts/slideLayout756.xml"/><Relationship Id="rId1" Type="http://schemas.openxmlformats.org/officeDocument/2006/relationships/slideLayout" Target="../slideLayouts/slideLayout755.xml"/><Relationship Id="rId6" Type="http://schemas.openxmlformats.org/officeDocument/2006/relationships/slideLayout" Target="../slideLayouts/slideLayout760.xml"/><Relationship Id="rId11" Type="http://schemas.openxmlformats.org/officeDocument/2006/relationships/slideLayout" Target="../slideLayouts/slideLayout765.xml"/><Relationship Id="rId5" Type="http://schemas.openxmlformats.org/officeDocument/2006/relationships/slideLayout" Target="../slideLayouts/slideLayout759.xml"/><Relationship Id="rId10" Type="http://schemas.openxmlformats.org/officeDocument/2006/relationships/slideLayout" Target="../slideLayouts/slideLayout764.xml"/><Relationship Id="rId4" Type="http://schemas.openxmlformats.org/officeDocument/2006/relationships/slideLayout" Target="../slideLayouts/slideLayout758.xml"/><Relationship Id="rId9" Type="http://schemas.openxmlformats.org/officeDocument/2006/relationships/slideLayout" Target="../slideLayouts/slideLayout763.xml"/><Relationship Id="rId14" Type="http://schemas.openxmlformats.org/officeDocument/2006/relationships/theme" Target="../theme/theme59.xml"/></Relationships>
</file>

<file path=ppt/slideMasters/_rels/slideMaster6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5.xml"/><Relationship Id="rId13" Type="http://schemas.openxmlformats.org/officeDocument/2006/relationships/slideLayout" Target="../slideLayouts/slideLayout780.xml"/><Relationship Id="rId3" Type="http://schemas.openxmlformats.org/officeDocument/2006/relationships/slideLayout" Target="../slideLayouts/slideLayout770.xml"/><Relationship Id="rId7" Type="http://schemas.openxmlformats.org/officeDocument/2006/relationships/slideLayout" Target="../slideLayouts/slideLayout774.xml"/><Relationship Id="rId12" Type="http://schemas.openxmlformats.org/officeDocument/2006/relationships/slideLayout" Target="../slideLayouts/slideLayout779.xml"/><Relationship Id="rId2" Type="http://schemas.openxmlformats.org/officeDocument/2006/relationships/slideLayout" Target="../slideLayouts/slideLayout769.xml"/><Relationship Id="rId1" Type="http://schemas.openxmlformats.org/officeDocument/2006/relationships/slideLayout" Target="../slideLayouts/slideLayout768.xml"/><Relationship Id="rId6" Type="http://schemas.openxmlformats.org/officeDocument/2006/relationships/slideLayout" Target="../slideLayouts/slideLayout773.xml"/><Relationship Id="rId11" Type="http://schemas.openxmlformats.org/officeDocument/2006/relationships/slideLayout" Target="../slideLayouts/slideLayout778.xml"/><Relationship Id="rId5" Type="http://schemas.openxmlformats.org/officeDocument/2006/relationships/slideLayout" Target="../slideLayouts/slideLayout772.xml"/><Relationship Id="rId10" Type="http://schemas.openxmlformats.org/officeDocument/2006/relationships/slideLayout" Target="../slideLayouts/slideLayout777.xml"/><Relationship Id="rId4" Type="http://schemas.openxmlformats.org/officeDocument/2006/relationships/slideLayout" Target="../slideLayouts/slideLayout771.xml"/><Relationship Id="rId9" Type="http://schemas.openxmlformats.org/officeDocument/2006/relationships/slideLayout" Target="../slideLayouts/slideLayout776.xml"/><Relationship Id="rId14" Type="http://schemas.openxmlformats.org/officeDocument/2006/relationships/theme" Target="../theme/theme60.xml"/></Relationships>
</file>

<file path=ppt/slideMasters/_rels/slideMaster6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8.xml"/><Relationship Id="rId13" Type="http://schemas.openxmlformats.org/officeDocument/2006/relationships/slideLayout" Target="../slideLayouts/slideLayout793.xml"/><Relationship Id="rId3" Type="http://schemas.openxmlformats.org/officeDocument/2006/relationships/slideLayout" Target="../slideLayouts/slideLayout783.xml"/><Relationship Id="rId7" Type="http://schemas.openxmlformats.org/officeDocument/2006/relationships/slideLayout" Target="../slideLayouts/slideLayout787.xml"/><Relationship Id="rId12" Type="http://schemas.openxmlformats.org/officeDocument/2006/relationships/slideLayout" Target="../slideLayouts/slideLayout792.xml"/><Relationship Id="rId2" Type="http://schemas.openxmlformats.org/officeDocument/2006/relationships/slideLayout" Target="../slideLayouts/slideLayout782.xml"/><Relationship Id="rId1" Type="http://schemas.openxmlformats.org/officeDocument/2006/relationships/slideLayout" Target="../slideLayouts/slideLayout781.xml"/><Relationship Id="rId6" Type="http://schemas.openxmlformats.org/officeDocument/2006/relationships/slideLayout" Target="../slideLayouts/slideLayout786.xml"/><Relationship Id="rId11" Type="http://schemas.openxmlformats.org/officeDocument/2006/relationships/slideLayout" Target="../slideLayouts/slideLayout791.xml"/><Relationship Id="rId5" Type="http://schemas.openxmlformats.org/officeDocument/2006/relationships/slideLayout" Target="../slideLayouts/slideLayout785.xml"/><Relationship Id="rId10" Type="http://schemas.openxmlformats.org/officeDocument/2006/relationships/slideLayout" Target="../slideLayouts/slideLayout790.xml"/><Relationship Id="rId4" Type="http://schemas.openxmlformats.org/officeDocument/2006/relationships/slideLayout" Target="../slideLayouts/slideLayout784.xml"/><Relationship Id="rId9" Type="http://schemas.openxmlformats.org/officeDocument/2006/relationships/slideLayout" Target="../slideLayouts/slideLayout789.xml"/><Relationship Id="rId14" Type="http://schemas.openxmlformats.org/officeDocument/2006/relationships/theme" Target="../theme/theme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  <p:sldLayoutId id="2147483946" r:id="rId4"/>
    <p:sldLayoutId id="2147483947" r:id="rId5"/>
    <p:sldLayoutId id="2147483948" r:id="rId6"/>
    <p:sldLayoutId id="2147483949" r:id="rId7"/>
    <p:sldLayoutId id="2147483950" r:id="rId8"/>
    <p:sldLayoutId id="2147483951" r:id="rId9"/>
    <p:sldLayoutId id="2147483952" r:id="rId10"/>
    <p:sldLayoutId id="2147483953" r:id="rId11"/>
    <p:sldLayoutId id="2147483954" r:id="rId12"/>
    <p:sldLayoutId id="214748395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  <p:sldLayoutId id="214748401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  <p:sldLayoutId id="2147484028" r:id="rId2"/>
    <p:sldLayoutId id="2147484029" r:id="rId3"/>
    <p:sldLayoutId id="2147484030" r:id="rId4"/>
    <p:sldLayoutId id="2147484031" r:id="rId5"/>
    <p:sldLayoutId id="2147484032" r:id="rId6"/>
    <p:sldLayoutId id="2147484033" r:id="rId7"/>
    <p:sldLayoutId id="2147484034" r:id="rId8"/>
    <p:sldLayoutId id="2147484035" r:id="rId9"/>
    <p:sldLayoutId id="2147484036" r:id="rId10"/>
    <p:sldLayoutId id="2147484037" r:id="rId11"/>
    <p:sldLayoutId id="2147484038" r:id="rId12"/>
    <p:sldLayoutId id="214748403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42" r:id="rId2"/>
    <p:sldLayoutId id="2147484043" r:id="rId3"/>
    <p:sldLayoutId id="2147484044" r:id="rId4"/>
    <p:sldLayoutId id="2147484045" r:id="rId5"/>
    <p:sldLayoutId id="2147484046" r:id="rId6"/>
    <p:sldLayoutId id="2147484047" r:id="rId7"/>
    <p:sldLayoutId id="2147484048" r:id="rId8"/>
    <p:sldLayoutId id="2147484049" r:id="rId9"/>
    <p:sldLayoutId id="2147484050" r:id="rId10"/>
    <p:sldLayoutId id="2147484051" r:id="rId11"/>
    <p:sldLayoutId id="2147484052" r:id="rId12"/>
    <p:sldLayoutId id="214748405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  <p:sldLayoutId id="2147484066" r:id="rId12"/>
    <p:sldLayoutId id="214748406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  <p:sldLayoutId id="2147484080" r:id="rId12"/>
    <p:sldLayoutId id="214748408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  <p:sldLayoutId id="2147484094" r:id="rId12"/>
    <p:sldLayoutId id="214748409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7" r:id="rId1"/>
    <p:sldLayoutId id="2147484098" r:id="rId2"/>
    <p:sldLayoutId id="2147484099" r:id="rId3"/>
    <p:sldLayoutId id="2147484100" r:id="rId4"/>
    <p:sldLayoutId id="2147484101" r:id="rId5"/>
    <p:sldLayoutId id="2147484102" r:id="rId6"/>
    <p:sldLayoutId id="2147484103" r:id="rId7"/>
    <p:sldLayoutId id="2147484104" r:id="rId8"/>
    <p:sldLayoutId id="2147484105" r:id="rId9"/>
    <p:sldLayoutId id="2147484106" r:id="rId10"/>
    <p:sldLayoutId id="2147484107" r:id="rId11"/>
    <p:sldLayoutId id="2147484108" r:id="rId12"/>
    <p:sldLayoutId id="214748410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  <p:sldLayoutId id="214748412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5" r:id="rId1"/>
    <p:sldLayoutId id="2147484126" r:id="rId2"/>
    <p:sldLayoutId id="2147484127" r:id="rId3"/>
    <p:sldLayoutId id="2147484128" r:id="rId4"/>
    <p:sldLayoutId id="2147484129" r:id="rId5"/>
    <p:sldLayoutId id="2147484130" r:id="rId6"/>
    <p:sldLayoutId id="2147484131" r:id="rId7"/>
    <p:sldLayoutId id="2147484132" r:id="rId8"/>
    <p:sldLayoutId id="2147484133" r:id="rId9"/>
    <p:sldLayoutId id="2147484134" r:id="rId10"/>
    <p:sldLayoutId id="2147484135" r:id="rId11"/>
    <p:sldLayoutId id="2147484136" r:id="rId12"/>
    <p:sldLayoutId id="214748413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39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7" r:id="rId9"/>
    <p:sldLayoutId id="2147484148" r:id="rId10"/>
    <p:sldLayoutId id="2147484149" r:id="rId11"/>
    <p:sldLayoutId id="2147484150" r:id="rId12"/>
    <p:sldLayoutId id="214748415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  <p:sldLayoutId id="2147484164" r:id="rId12"/>
    <p:sldLayoutId id="214748416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7" r:id="rId1"/>
    <p:sldLayoutId id="2147484168" r:id="rId2"/>
    <p:sldLayoutId id="2147484169" r:id="rId3"/>
    <p:sldLayoutId id="2147484170" r:id="rId4"/>
    <p:sldLayoutId id="2147484171" r:id="rId5"/>
    <p:sldLayoutId id="2147484172" r:id="rId6"/>
    <p:sldLayoutId id="2147484173" r:id="rId7"/>
    <p:sldLayoutId id="2147484174" r:id="rId8"/>
    <p:sldLayoutId id="2147484175" r:id="rId9"/>
    <p:sldLayoutId id="2147484176" r:id="rId10"/>
    <p:sldLayoutId id="2147484177" r:id="rId11"/>
    <p:sldLayoutId id="2147484178" r:id="rId12"/>
    <p:sldLayoutId id="214748417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1" r:id="rId1"/>
    <p:sldLayoutId id="2147484182" r:id="rId2"/>
    <p:sldLayoutId id="2147484183" r:id="rId3"/>
    <p:sldLayoutId id="2147484184" r:id="rId4"/>
    <p:sldLayoutId id="2147484185" r:id="rId5"/>
    <p:sldLayoutId id="2147484186" r:id="rId6"/>
    <p:sldLayoutId id="2147484187" r:id="rId7"/>
    <p:sldLayoutId id="2147484188" r:id="rId8"/>
    <p:sldLayoutId id="2147484189" r:id="rId9"/>
    <p:sldLayoutId id="2147484190" r:id="rId10"/>
    <p:sldLayoutId id="2147484191" r:id="rId11"/>
    <p:sldLayoutId id="2147484192" r:id="rId12"/>
    <p:sldLayoutId id="214748419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95" r:id="rId1"/>
    <p:sldLayoutId id="2147484196" r:id="rId2"/>
    <p:sldLayoutId id="2147484197" r:id="rId3"/>
    <p:sldLayoutId id="2147484198" r:id="rId4"/>
    <p:sldLayoutId id="2147484199" r:id="rId5"/>
    <p:sldLayoutId id="2147484200" r:id="rId6"/>
    <p:sldLayoutId id="2147484201" r:id="rId7"/>
    <p:sldLayoutId id="2147484202" r:id="rId8"/>
    <p:sldLayoutId id="2147484203" r:id="rId9"/>
    <p:sldLayoutId id="2147484204" r:id="rId10"/>
    <p:sldLayoutId id="2147484205" r:id="rId11"/>
    <p:sldLayoutId id="2147484206" r:id="rId12"/>
    <p:sldLayoutId id="214748420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1" r:id="rId3"/>
    <p:sldLayoutId id="2147484212" r:id="rId4"/>
    <p:sldLayoutId id="2147484213" r:id="rId5"/>
    <p:sldLayoutId id="2147484214" r:id="rId6"/>
    <p:sldLayoutId id="2147484215" r:id="rId7"/>
    <p:sldLayoutId id="2147484216" r:id="rId8"/>
    <p:sldLayoutId id="2147484217" r:id="rId9"/>
    <p:sldLayoutId id="2147484218" r:id="rId10"/>
    <p:sldLayoutId id="2147484219" r:id="rId11"/>
    <p:sldLayoutId id="2147484220" r:id="rId12"/>
    <p:sldLayoutId id="214748422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3" r:id="rId1"/>
    <p:sldLayoutId id="2147484224" r:id="rId2"/>
    <p:sldLayoutId id="2147484225" r:id="rId3"/>
    <p:sldLayoutId id="2147484226" r:id="rId4"/>
    <p:sldLayoutId id="2147484227" r:id="rId5"/>
    <p:sldLayoutId id="2147484228" r:id="rId6"/>
    <p:sldLayoutId id="2147484229" r:id="rId7"/>
    <p:sldLayoutId id="2147484230" r:id="rId8"/>
    <p:sldLayoutId id="2147484231" r:id="rId9"/>
    <p:sldLayoutId id="2147484232" r:id="rId10"/>
    <p:sldLayoutId id="2147484233" r:id="rId11"/>
    <p:sldLayoutId id="2147484234" r:id="rId12"/>
    <p:sldLayoutId id="214748423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  <p:sldLayoutId id="2147484248" r:id="rId12"/>
    <p:sldLayoutId id="214748424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1" r:id="rId1"/>
    <p:sldLayoutId id="2147484252" r:id="rId2"/>
    <p:sldLayoutId id="2147484253" r:id="rId3"/>
    <p:sldLayoutId id="2147484254" r:id="rId4"/>
    <p:sldLayoutId id="2147484255" r:id="rId5"/>
    <p:sldLayoutId id="2147484256" r:id="rId6"/>
    <p:sldLayoutId id="2147484257" r:id="rId7"/>
    <p:sldLayoutId id="2147484258" r:id="rId8"/>
    <p:sldLayoutId id="2147484259" r:id="rId9"/>
    <p:sldLayoutId id="2147484260" r:id="rId10"/>
    <p:sldLayoutId id="2147484261" r:id="rId11"/>
    <p:sldLayoutId id="2147484262" r:id="rId12"/>
    <p:sldLayoutId id="214748426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5" r:id="rId1"/>
    <p:sldLayoutId id="2147484266" r:id="rId2"/>
    <p:sldLayoutId id="2147484267" r:id="rId3"/>
    <p:sldLayoutId id="2147484268" r:id="rId4"/>
    <p:sldLayoutId id="2147484269" r:id="rId5"/>
    <p:sldLayoutId id="2147484270" r:id="rId6"/>
    <p:sldLayoutId id="2147484271" r:id="rId7"/>
    <p:sldLayoutId id="2147484272" r:id="rId8"/>
    <p:sldLayoutId id="2147484273" r:id="rId9"/>
    <p:sldLayoutId id="2147484274" r:id="rId10"/>
    <p:sldLayoutId id="2147484275" r:id="rId11"/>
    <p:sldLayoutId id="2147484276" r:id="rId12"/>
    <p:sldLayoutId id="214748427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9" r:id="rId1"/>
    <p:sldLayoutId id="2147484280" r:id="rId2"/>
    <p:sldLayoutId id="2147484281" r:id="rId3"/>
    <p:sldLayoutId id="2147484282" r:id="rId4"/>
    <p:sldLayoutId id="2147484283" r:id="rId5"/>
    <p:sldLayoutId id="2147484284" r:id="rId6"/>
    <p:sldLayoutId id="2147484285" r:id="rId7"/>
    <p:sldLayoutId id="2147484286" r:id="rId8"/>
    <p:sldLayoutId id="2147484287" r:id="rId9"/>
    <p:sldLayoutId id="2147484288" r:id="rId10"/>
    <p:sldLayoutId id="2147484289" r:id="rId11"/>
    <p:sldLayoutId id="2147484290" r:id="rId12"/>
    <p:sldLayoutId id="214748429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3" r:id="rId1"/>
    <p:sldLayoutId id="2147484294" r:id="rId2"/>
    <p:sldLayoutId id="2147484295" r:id="rId3"/>
    <p:sldLayoutId id="2147484296" r:id="rId4"/>
    <p:sldLayoutId id="2147484297" r:id="rId5"/>
    <p:sldLayoutId id="2147484298" r:id="rId6"/>
    <p:sldLayoutId id="2147484299" r:id="rId7"/>
    <p:sldLayoutId id="2147484300" r:id="rId8"/>
    <p:sldLayoutId id="2147484301" r:id="rId9"/>
    <p:sldLayoutId id="2147484302" r:id="rId10"/>
    <p:sldLayoutId id="2147484303" r:id="rId11"/>
    <p:sldLayoutId id="2147484304" r:id="rId12"/>
    <p:sldLayoutId id="214748430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7" r:id="rId1"/>
    <p:sldLayoutId id="2147484308" r:id="rId2"/>
    <p:sldLayoutId id="2147484309" r:id="rId3"/>
    <p:sldLayoutId id="2147484310" r:id="rId4"/>
    <p:sldLayoutId id="2147484311" r:id="rId5"/>
    <p:sldLayoutId id="2147484312" r:id="rId6"/>
    <p:sldLayoutId id="2147484313" r:id="rId7"/>
    <p:sldLayoutId id="2147484314" r:id="rId8"/>
    <p:sldLayoutId id="2147484315" r:id="rId9"/>
    <p:sldLayoutId id="2147484316" r:id="rId10"/>
    <p:sldLayoutId id="2147484317" r:id="rId11"/>
    <p:sldLayoutId id="2147484318" r:id="rId12"/>
    <p:sldLayoutId id="214748431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  <p:sldLayoutId id="2147484332" r:id="rId12"/>
    <p:sldLayoutId id="214748433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5" r:id="rId1"/>
    <p:sldLayoutId id="2147484336" r:id="rId2"/>
    <p:sldLayoutId id="2147484337" r:id="rId3"/>
    <p:sldLayoutId id="2147484338" r:id="rId4"/>
    <p:sldLayoutId id="2147484339" r:id="rId5"/>
    <p:sldLayoutId id="2147484340" r:id="rId6"/>
    <p:sldLayoutId id="2147484341" r:id="rId7"/>
    <p:sldLayoutId id="2147484342" r:id="rId8"/>
    <p:sldLayoutId id="2147484343" r:id="rId9"/>
    <p:sldLayoutId id="2147484344" r:id="rId10"/>
    <p:sldLayoutId id="2147484345" r:id="rId11"/>
    <p:sldLayoutId id="2147484346" r:id="rId12"/>
    <p:sldLayoutId id="214748434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49" r:id="rId1"/>
    <p:sldLayoutId id="2147484350" r:id="rId2"/>
    <p:sldLayoutId id="2147484351" r:id="rId3"/>
    <p:sldLayoutId id="2147484352" r:id="rId4"/>
    <p:sldLayoutId id="2147484353" r:id="rId5"/>
    <p:sldLayoutId id="2147484354" r:id="rId6"/>
    <p:sldLayoutId id="2147484355" r:id="rId7"/>
    <p:sldLayoutId id="2147484356" r:id="rId8"/>
    <p:sldLayoutId id="2147484357" r:id="rId9"/>
    <p:sldLayoutId id="2147484358" r:id="rId10"/>
    <p:sldLayoutId id="2147484359" r:id="rId11"/>
    <p:sldLayoutId id="2147484360" r:id="rId12"/>
    <p:sldLayoutId id="214748436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3" r:id="rId1"/>
    <p:sldLayoutId id="2147484364" r:id="rId2"/>
    <p:sldLayoutId id="2147484365" r:id="rId3"/>
    <p:sldLayoutId id="2147484366" r:id="rId4"/>
    <p:sldLayoutId id="2147484367" r:id="rId5"/>
    <p:sldLayoutId id="2147484368" r:id="rId6"/>
    <p:sldLayoutId id="2147484369" r:id="rId7"/>
    <p:sldLayoutId id="2147484370" r:id="rId8"/>
    <p:sldLayoutId id="2147484371" r:id="rId9"/>
    <p:sldLayoutId id="2147484372" r:id="rId10"/>
    <p:sldLayoutId id="2147484373" r:id="rId11"/>
    <p:sldLayoutId id="2147484374" r:id="rId12"/>
    <p:sldLayoutId id="214748437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77" r:id="rId1"/>
    <p:sldLayoutId id="2147484378" r:id="rId2"/>
    <p:sldLayoutId id="2147484379" r:id="rId3"/>
    <p:sldLayoutId id="2147484380" r:id="rId4"/>
    <p:sldLayoutId id="2147484381" r:id="rId5"/>
    <p:sldLayoutId id="2147484382" r:id="rId6"/>
    <p:sldLayoutId id="2147484383" r:id="rId7"/>
    <p:sldLayoutId id="2147484384" r:id="rId8"/>
    <p:sldLayoutId id="2147484385" r:id="rId9"/>
    <p:sldLayoutId id="2147484386" r:id="rId10"/>
    <p:sldLayoutId id="2147484387" r:id="rId11"/>
    <p:sldLayoutId id="2147484388" r:id="rId12"/>
    <p:sldLayoutId id="214748438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1" r:id="rId1"/>
    <p:sldLayoutId id="2147484392" r:id="rId2"/>
    <p:sldLayoutId id="2147484393" r:id="rId3"/>
    <p:sldLayoutId id="2147484394" r:id="rId4"/>
    <p:sldLayoutId id="2147484395" r:id="rId5"/>
    <p:sldLayoutId id="2147484396" r:id="rId6"/>
    <p:sldLayoutId id="2147484397" r:id="rId7"/>
    <p:sldLayoutId id="2147484398" r:id="rId8"/>
    <p:sldLayoutId id="2147484399" r:id="rId9"/>
    <p:sldLayoutId id="2147484400" r:id="rId10"/>
    <p:sldLayoutId id="2147484401" r:id="rId11"/>
    <p:sldLayoutId id="2147484402" r:id="rId12"/>
    <p:sldLayoutId id="214748440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19" r:id="rId1"/>
    <p:sldLayoutId id="2147484420" r:id="rId2"/>
    <p:sldLayoutId id="2147484421" r:id="rId3"/>
    <p:sldLayoutId id="2147484422" r:id="rId4"/>
    <p:sldLayoutId id="2147484423" r:id="rId5"/>
    <p:sldLayoutId id="2147484424" r:id="rId6"/>
    <p:sldLayoutId id="2147484425" r:id="rId7"/>
    <p:sldLayoutId id="2147484426" r:id="rId8"/>
    <p:sldLayoutId id="2147484427" r:id="rId9"/>
    <p:sldLayoutId id="2147484428" r:id="rId10"/>
    <p:sldLayoutId id="2147484429" r:id="rId11"/>
    <p:sldLayoutId id="2147484430" r:id="rId12"/>
    <p:sldLayoutId id="214748443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3" r:id="rId1"/>
    <p:sldLayoutId id="2147484434" r:id="rId2"/>
    <p:sldLayoutId id="2147484435" r:id="rId3"/>
    <p:sldLayoutId id="2147484436" r:id="rId4"/>
    <p:sldLayoutId id="2147484437" r:id="rId5"/>
    <p:sldLayoutId id="2147484438" r:id="rId6"/>
    <p:sldLayoutId id="2147484439" r:id="rId7"/>
    <p:sldLayoutId id="2147484440" r:id="rId8"/>
    <p:sldLayoutId id="2147484441" r:id="rId9"/>
    <p:sldLayoutId id="2147484442" r:id="rId10"/>
    <p:sldLayoutId id="2147484443" r:id="rId11"/>
    <p:sldLayoutId id="2147484444" r:id="rId12"/>
    <p:sldLayoutId id="214748444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47" r:id="rId1"/>
    <p:sldLayoutId id="2147484448" r:id="rId2"/>
    <p:sldLayoutId id="2147484449" r:id="rId3"/>
    <p:sldLayoutId id="2147484450" r:id="rId4"/>
    <p:sldLayoutId id="2147484451" r:id="rId5"/>
    <p:sldLayoutId id="2147484452" r:id="rId6"/>
    <p:sldLayoutId id="2147484453" r:id="rId7"/>
    <p:sldLayoutId id="2147484454" r:id="rId8"/>
    <p:sldLayoutId id="2147484455" r:id="rId9"/>
    <p:sldLayoutId id="2147484456" r:id="rId10"/>
    <p:sldLayoutId id="2147484457" r:id="rId11"/>
    <p:sldLayoutId id="2147484458" r:id="rId12"/>
    <p:sldLayoutId id="2147484459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61" r:id="rId1"/>
    <p:sldLayoutId id="2147484462" r:id="rId2"/>
    <p:sldLayoutId id="2147484463" r:id="rId3"/>
    <p:sldLayoutId id="2147484464" r:id="rId4"/>
    <p:sldLayoutId id="2147484465" r:id="rId5"/>
    <p:sldLayoutId id="2147484466" r:id="rId6"/>
    <p:sldLayoutId id="2147484467" r:id="rId7"/>
    <p:sldLayoutId id="2147484468" r:id="rId8"/>
    <p:sldLayoutId id="2147484469" r:id="rId9"/>
    <p:sldLayoutId id="2147484470" r:id="rId10"/>
    <p:sldLayoutId id="2147484471" r:id="rId11"/>
    <p:sldLayoutId id="2147484472" r:id="rId12"/>
    <p:sldLayoutId id="2147484473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75" r:id="rId1"/>
    <p:sldLayoutId id="2147484476" r:id="rId2"/>
    <p:sldLayoutId id="2147484477" r:id="rId3"/>
    <p:sldLayoutId id="2147484478" r:id="rId4"/>
    <p:sldLayoutId id="2147484479" r:id="rId5"/>
    <p:sldLayoutId id="2147484480" r:id="rId6"/>
    <p:sldLayoutId id="2147484481" r:id="rId7"/>
    <p:sldLayoutId id="2147484482" r:id="rId8"/>
    <p:sldLayoutId id="2147484483" r:id="rId9"/>
    <p:sldLayoutId id="2147484484" r:id="rId10"/>
    <p:sldLayoutId id="2147484485" r:id="rId11"/>
    <p:sldLayoutId id="2147484486" r:id="rId12"/>
    <p:sldLayoutId id="2147484487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89" r:id="rId1"/>
    <p:sldLayoutId id="2147484490" r:id="rId2"/>
    <p:sldLayoutId id="2147484491" r:id="rId3"/>
    <p:sldLayoutId id="2147484492" r:id="rId4"/>
    <p:sldLayoutId id="2147484493" r:id="rId5"/>
    <p:sldLayoutId id="2147484494" r:id="rId6"/>
    <p:sldLayoutId id="2147484495" r:id="rId7"/>
    <p:sldLayoutId id="2147484496" r:id="rId8"/>
    <p:sldLayoutId id="2147484497" r:id="rId9"/>
    <p:sldLayoutId id="2147484498" r:id="rId10"/>
    <p:sldLayoutId id="2147484499" r:id="rId11"/>
    <p:sldLayoutId id="2147484500" r:id="rId12"/>
    <p:sldLayoutId id="2147484501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3" r:id="rId1"/>
    <p:sldLayoutId id="2147484504" r:id="rId2"/>
    <p:sldLayoutId id="2147484505" r:id="rId3"/>
    <p:sldLayoutId id="2147484506" r:id="rId4"/>
    <p:sldLayoutId id="2147484507" r:id="rId5"/>
    <p:sldLayoutId id="2147484508" r:id="rId6"/>
    <p:sldLayoutId id="2147484509" r:id="rId7"/>
    <p:sldLayoutId id="2147484510" r:id="rId8"/>
    <p:sldLayoutId id="2147484511" r:id="rId9"/>
    <p:sldLayoutId id="2147484512" r:id="rId10"/>
    <p:sldLayoutId id="2147484513" r:id="rId11"/>
    <p:sldLayoutId id="2147484514" r:id="rId12"/>
    <p:sldLayoutId id="2147484515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0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3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8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9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0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3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0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0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7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9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4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9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0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2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3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4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60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61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39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5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8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91.xml"/><Relationship Id="rId4" Type="http://schemas.openxmlformats.org/officeDocument/2006/relationships/image" Target="../media/image4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04.xml"/><Relationship Id="rId4" Type="http://schemas.openxmlformats.org/officeDocument/2006/relationships/image" Target="../media/image4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17.xml"/><Relationship Id="rId4" Type="http://schemas.openxmlformats.org/officeDocument/2006/relationships/image" Target="../media/image44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0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4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6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第</a:t>
            </a:r>
            <a:r>
              <a:rPr lang="en-US" altLang="zh-CN" dirty="0" smtClean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9</a:t>
            </a:r>
            <a:r>
              <a:rPr lang="zh-CN" altLang="en-US" dirty="0" smtClean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章 </a:t>
            </a:r>
            <a:r>
              <a:rPr lang="en-US" altLang="zh-CN" dirty="0" smtClean="0">
                <a:solidFill>
                  <a:schemeClr val="tx2"/>
                </a:solidFill>
                <a:ea typeface="宋体" panose="02010600030101010101" pitchFamily="2" charset="-122"/>
                <a:sym typeface="+mn-ea"/>
              </a:rPr>
              <a:t>Spark</a:t>
            </a:r>
            <a:endParaRPr lang="zh-CN" altLang="en-US" dirty="0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9.1 </a:t>
            </a:r>
            <a:r>
              <a:rPr lang="en-US" altLang="zh-CN" dirty="0">
                <a:solidFill>
                  <a:srgbClr val="FF0000"/>
                </a:solidFill>
              </a:rPr>
              <a:t>Spark</a:t>
            </a:r>
            <a:r>
              <a:rPr lang="zh-CN" altLang="en-US" dirty="0">
                <a:solidFill>
                  <a:srgbClr val="FF0000"/>
                </a:solidFill>
              </a:rPr>
              <a:t>概述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9.2 </a:t>
            </a:r>
            <a:r>
              <a:rPr lang="en-US" altLang="zh-CN" dirty="0"/>
              <a:t>Spark</a:t>
            </a:r>
            <a:r>
              <a:rPr lang="zh-CN" altLang="en-US" dirty="0"/>
              <a:t>基础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9.3 </a:t>
            </a:r>
            <a:r>
              <a:rPr lang="en-US" altLang="zh-CN" dirty="0"/>
              <a:t>Spark RDD</a:t>
            </a:r>
          </a:p>
          <a:p>
            <a:pPr marL="0" indent="0">
              <a:buNone/>
            </a:pPr>
            <a:r>
              <a:rPr lang="en-US" altLang="zh-CN" dirty="0" smtClean="0"/>
              <a:t>9.4 </a:t>
            </a:r>
            <a:r>
              <a:rPr lang="en-US" altLang="zh-CN" dirty="0"/>
              <a:t>Spark SQL</a:t>
            </a:r>
          </a:p>
          <a:p>
            <a:pPr marL="0" indent="0">
              <a:buNone/>
            </a:pPr>
            <a:r>
              <a:rPr lang="en-US" altLang="zh-CN" dirty="0" smtClean="0"/>
              <a:t>9.5 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流计算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9.6 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机器学习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MapReduce</a:t>
            </a:r>
            <a:r>
              <a:rPr lang="zh-CN" altLang="en-US" dirty="0" smtClean="0"/>
              <a:t>在大数据处理方面取得了巨大成功，但其本身存在一定局限性。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表达能力有限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仅提供</a:t>
            </a:r>
            <a:r>
              <a:rPr lang="en-US" altLang="zh-CN" dirty="0" smtClean="0"/>
              <a:t>map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reduce</a:t>
            </a:r>
            <a:r>
              <a:rPr lang="zh-CN" altLang="en-US" dirty="0" smtClean="0"/>
              <a:t>两个算子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磁盘</a:t>
            </a:r>
            <a:r>
              <a:rPr lang="en-US" altLang="zh-CN" dirty="0" smtClean="0"/>
              <a:t>I/O</a:t>
            </a:r>
            <a:r>
              <a:rPr lang="zh-CN" altLang="en-US" dirty="0" smtClean="0"/>
              <a:t>开销大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每次执行都需要从磁盘读取数据，中间结果需写入磁盘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延迟高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多个作业之间按顺序执行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en-US" altLang="zh-CN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Spark</a:t>
            </a:r>
            <a:r>
              <a:rPr lang="zh-CN" altLang="en-US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诞生</a:t>
            </a:r>
            <a:r>
              <a:rPr lang="zh-CN" altLang="en-US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于</a:t>
            </a:r>
            <a:r>
              <a:rPr lang="en-US" altLang="zh-CN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UC Berkeley</a:t>
            </a:r>
            <a:r>
              <a:rPr lang="zh-CN" altLang="en-US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AMP</a:t>
            </a:r>
            <a:r>
              <a:rPr lang="zh-CN" altLang="en-US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Algorithms, Machine and People</a:t>
            </a:r>
            <a:r>
              <a:rPr lang="zh-CN" altLang="en-US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）实验室，是基于内存计算的大数据并行计算框架，可用于构建大型的、低延迟的数据分析</a:t>
            </a:r>
            <a:r>
              <a:rPr lang="zh-CN" altLang="en-US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应用程序</a:t>
            </a:r>
            <a:endParaRPr lang="en-US" altLang="zh-CN" b="1" dirty="0" smtClean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 marL="742950" lvl="2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en-US" altLang="zh-CN" sz="2400" dirty="0" smtClean="0"/>
              <a:t>2009</a:t>
            </a:r>
            <a:r>
              <a:rPr lang="zh-CN" altLang="en-US" sz="2400" dirty="0" smtClean="0"/>
              <a:t>年，</a:t>
            </a:r>
            <a:r>
              <a:rPr lang="en-US" altLang="zh-CN" sz="2400" dirty="0" smtClean="0"/>
              <a:t>AMP</a:t>
            </a:r>
            <a:r>
              <a:rPr lang="zh-CN" altLang="en-US" sz="2400" dirty="0" smtClean="0"/>
              <a:t>实验室开发出</a:t>
            </a:r>
            <a:r>
              <a:rPr lang="en-US" altLang="zh-CN" sz="2400" dirty="0" smtClean="0"/>
              <a:t>Spark</a:t>
            </a:r>
          </a:p>
          <a:p>
            <a:pPr marL="742950" lvl="2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en-US" altLang="zh-CN" sz="2400" dirty="0" smtClean="0"/>
              <a:t>209</a:t>
            </a:r>
            <a:r>
              <a:rPr lang="zh-CN" altLang="en-US" sz="2400" dirty="0" smtClean="0"/>
              <a:t>年</a:t>
            </a:r>
            <a:r>
              <a:rPr lang="zh-CN" altLang="en-US" sz="2400" dirty="0" smtClean="0"/>
              <a:t>，</a:t>
            </a:r>
            <a:r>
              <a:rPr lang="en-US" altLang="zh-CN" sz="1800" b="1" dirty="0">
                <a:solidFill>
                  <a:schemeClr val="accent1"/>
                </a:solidFill>
              </a:rPr>
              <a:t> </a:t>
            </a:r>
            <a:r>
              <a:rPr lang="en-US" altLang="zh-CN" sz="2400" dirty="0"/>
              <a:t>Spark</a:t>
            </a:r>
            <a:r>
              <a:rPr lang="zh-CN" altLang="en-US" sz="2400" dirty="0" smtClean="0"/>
              <a:t>正式开源</a:t>
            </a:r>
            <a:endParaRPr lang="en-US" altLang="zh-CN" sz="2400" dirty="0" smtClean="0"/>
          </a:p>
          <a:p>
            <a:pPr marL="742950" lvl="2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en-US" altLang="zh-CN" sz="2400" dirty="0" smtClean="0"/>
              <a:t>2013</a:t>
            </a:r>
            <a:r>
              <a:rPr lang="zh-CN" altLang="en-US" sz="2400" dirty="0" smtClean="0"/>
              <a:t>年，</a:t>
            </a:r>
            <a:r>
              <a:rPr lang="en-US" altLang="zh-CN" sz="2400" dirty="0"/>
              <a:t> Spark</a:t>
            </a:r>
            <a:r>
              <a:rPr lang="zh-CN" altLang="en-US" sz="2400" dirty="0" smtClean="0"/>
              <a:t>成为</a:t>
            </a:r>
            <a:r>
              <a:rPr lang="en-US" altLang="zh-CN" sz="2400" dirty="0" smtClean="0"/>
              <a:t>Apache</a:t>
            </a:r>
            <a:r>
              <a:rPr lang="zh-CN" altLang="en-US" sz="2400" dirty="0" smtClean="0"/>
              <a:t>开源项目</a:t>
            </a:r>
            <a:endParaRPr lang="en-US" altLang="zh-CN" sz="2400" dirty="0" smtClean="0"/>
          </a:p>
          <a:p>
            <a:pPr marL="742950" lvl="2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en-US" altLang="zh-CN" sz="2400" dirty="0" smtClean="0"/>
              <a:t>2014</a:t>
            </a:r>
            <a:r>
              <a:rPr lang="zh-CN" altLang="en-US" sz="2400" dirty="0" smtClean="0"/>
              <a:t>年，</a:t>
            </a:r>
            <a:r>
              <a:rPr lang="en-US" altLang="zh-CN" sz="2400" dirty="0"/>
              <a:t> Spark</a:t>
            </a:r>
            <a:r>
              <a:rPr lang="zh-CN" altLang="en-US" sz="2400" dirty="0" smtClean="0"/>
              <a:t>成为</a:t>
            </a:r>
            <a:r>
              <a:rPr lang="en-US" altLang="zh-CN" sz="2400" dirty="0" smtClean="0"/>
              <a:t>Apache</a:t>
            </a:r>
            <a:r>
              <a:rPr lang="zh-CN" altLang="en-US" sz="2400" dirty="0" smtClean="0"/>
              <a:t>顶级项目</a:t>
            </a:r>
            <a:endParaRPr lang="en-US" altLang="zh-CN" sz="2400" dirty="0" smtClean="0"/>
          </a:p>
          <a:p>
            <a:pPr marL="742950" lvl="2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en-US" altLang="zh-CN" sz="2400" dirty="0" smtClean="0"/>
              <a:t>2013</a:t>
            </a:r>
            <a:r>
              <a:rPr lang="zh-CN" altLang="en-US" sz="2400" dirty="0" smtClean="0"/>
              <a:t>年，</a:t>
            </a:r>
            <a:r>
              <a:rPr lang="en-US" altLang="zh-CN" sz="2400" dirty="0"/>
              <a:t> </a:t>
            </a:r>
            <a:r>
              <a:rPr lang="en-US" altLang="zh-CN" sz="2400" dirty="0" err="1" smtClean="0"/>
              <a:t>Databricks</a:t>
            </a:r>
            <a:r>
              <a:rPr lang="zh-CN" altLang="en-US" sz="2400" dirty="0" smtClean="0"/>
              <a:t>公司成立（</a:t>
            </a:r>
            <a:r>
              <a:rPr lang="en-US" altLang="zh-CN" sz="2400" dirty="0" smtClean="0"/>
              <a:t>Spark</a:t>
            </a:r>
            <a:r>
              <a:rPr lang="zh-CN" altLang="en-US" sz="2400" dirty="0" smtClean="0"/>
              <a:t>多位创始人联合创立），致力于</a:t>
            </a:r>
            <a:r>
              <a:rPr lang="en-US" altLang="zh-CN" sz="2400" dirty="0" smtClean="0"/>
              <a:t>Spark</a:t>
            </a:r>
            <a:r>
              <a:rPr lang="zh-CN" altLang="en-US" sz="2400" dirty="0" smtClean="0"/>
              <a:t>商业化</a:t>
            </a:r>
            <a:endParaRPr lang="zh-CN" altLang="en-US" sz="2400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Spark</a:t>
            </a:r>
            <a:r>
              <a:rPr lang="zh-CN" altLang="en-US" dirty="0"/>
              <a:t>具有如下几个主要特点：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运行速度快</a:t>
            </a:r>
            <a:r>
              <a:rPr lang="zh-CN" altLang="en-US" dirty="0"/>
              <a:t>：使用</a:t>
            </a:r>
            <a:r>
              <a:rPr lang="en-US" altLang="zh-CN" dirty="0"/>
              <a:t>DAG</a:t>
            </a:r>
            <a:r>
              <a:rPr lang="zh-CN" altLang="en-US" dirty="0"/>
              <a:t>执行引擎以支持循环数据流与内存计算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容易使用</a:t>
            </a:r>
            <a:r>
              <a:rPr lang="zh-CN" altLang="en-US" dirty="0"/>
              <a:t>：支持使用</a:t>
            </a:r>
            <a:r>
              <a:rPr lang="en-US" altLang="zh-CN" dirty="0"/>
              <a:t>Scala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和</a:t>
            </a:r>
            <a:r>
              <a:rPr lang="en-US" altLang="zh-CN" dirty="0"/>
              <a:t>R</a:t>
            </a:r>
            <a:r>
              <a:rPr lang="zh-CN" altLang="en-US" dirty="0"/>
              <a:t>语言进行编程，可以通过</a:t>
            </a:r>
            <a:r>
              <a:rPr lang="en-US" altLang="zh-CN" dirty="0"/>
              <a:t>Spark Shell</a:t>
            </a:r>
            <a:r>
              <a:rPr lang="zh-CN" altLang="en-US" dirty="0"/>
              <a:t>进行交互式编程 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通用性</a:t>
            </a:r>
            <a:r>
              <a:rPr lang="zh-CN" altLang="en-US" dirty="0"/>
              <a:t>：</a:t>
            </a:r>
            <a:r>
              <a:rPr lang="en-US" altLang="zh-CN" dirty="0"/>
              <a:t>Spark</a:t>
            </a:r>
            <a:r>
              <a:rPr lang="zh-CN" altLang="en-US" dirty="0"/>
              <a:t>提供了完整而强大的技术栈，包括</a:t>
            </a:r>
            <a:r>
              <a:rPr lang="en-US" altLang="zh-CN" dirty="0"/>
              <a:t>SQL</a:t>
            </a:r>
            <a:r>
              <a:rPr lang="zh-CN" altLang="en-US" dirty="0"/>
              <a:t>查询、流式计算、机器学习和图计算组件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运行模式多样</a:t>
            </a:r>
            <a:r>
              <a:rPr lang="zh-CN" altLang="en-US" dirty="0"/>
              <a:t>：可运行于独立的集群模式中，可运行于</a:t>
            </a:r>
            <a:r>
              <a:rPr lang="en-US" altLang="zh-CN" dirty="0"/>
              <a:t>Hadoop</a:t>
            </a:r>
            <a:r>
              <a:rPr lang="zh-CN" altLang="en-US" dirty="0"/>
              <a:t>中，也可运行于</a:t>
            </a:r>
            <a:r>
              <a:rPr lang="en-US" altLang="zh-CN" dirty="0"/>
              <a:t>Amazon EC2</a:t>
            </a:r>
            <a:r>
              <a:rPr lang="zh-CN" altLang="en-US" dirty="0"/>
              <a:t>等云环境中，并且可以访问</a:t>
            </a:r>
            <a:r>
              <a:rPr lang="en-US" altLang="zh-CN" dirty="0"/>
              <a:t>HDFS</a:t>
            </a:r>
            <a:r>
              <a:rPr lang="zh-CN" altLang="en-US" dirty="0"/>
              <a:t>、</a:t>
            </a:r>
            <a:r>
              <a:rPr lang="en-US" altLang="zh-CN" dirty="0"/>
              <a:t>Cassandra</a:t>
            </a:r>
            <a:r>
              <a:rPr lang="zh-CN" altLang="en-US" dirty="0"/>
              <a:t>、</a:t>
            </a:r>
            <a:r>
              <a:rPr lang="en-US" altLang="zh-CN" dirty="0"/>
              <a:t>HBase</a:t>
            </a:r>
            <a:r>
              <a:rPr lang="zh-CN" altLang="en-US" dirty="0"/>
              <a:t>、</a:t>
            </a:r>
            <a:r>
              <a:rPr lang="en-US" altLang="zh-CN" dirty="0"/>
              <a:t>Hive</a:t>
            </a:r>
            <a:r>
              <a:rPr lang="zh-CN" altLang="en-US" dirty="0"/>
              <a:t>等多种数据源 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/>
              <a:t>与</a:t>
            </a:r>
            <a:r>
              <a:rPr lang="en-US" altLang="zh-CN" sz="2400" dirty="0" smtClean="0"/>
              <a:t>Hadoop </a:t>
            </a:r>
            <a:r>
              <a:rPr lang="en-US" altLang="zh-CN" sz="2400" dirty="0" err="1" smtClean="0"/>
              <a:t>MapReduce</a:t>
            </a:r>
            <a:r>
              <a:rPr lang="zh-CN" altLang="en-US" sz="2400" dirty="0" smtClean="0"/>
              <a:t>相比，</a:t>
            </a:r>
            <a:r>
              <a:rPr lang="en-US" altLang="zh-CN" sz="2400" dirty="0"/>
              <a:t>Spark</a:t>
            </a:r>
            <a:r>
              <a:rPr lang="zh-CN" altLang="en-US" sz="2400" dirty="0"/>
              <a:t>主要具有如下优点：</a:t>
            </a:r>
          </a:p>
          <a:p>
            <a:pPr lvl="1"/>
            <a:r>
              <a:rPr lang="zh-CN" altLang="en-US" dirty="0"/>
              <a:t>编程模型比</a:t>
            </a:r>
            <a:r>
              <a:rPr lang="en-US" altLang="zh-CN" dirty="0"/>
              <a:t>Hadoop </a:t>
            </a:r>
            <a:r>
              <a:rPr lang="en-US" altLang="zh-CN" dirty="0" err="1"/>
              <a:t>MapReduce</a:t>
            </a:r>
            <a:r>
              <a:rPr lang="zh-CN" altLang="en-US" dirty="0"/>
              <a:t>更</a:t>
            </a:r>
            <a:r>
              <a:rPr lang="zh-CN" altLang="en-US" dirty="0" smtClean="0"/>
              <a:t>灵活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Spark</a:t>
            </a:r>
            <a:r>
              <a:rPr lang="zh-CN" altLang="en-US" dirty="0"/>
              <a:t>的计算模式也属于</a:t>
            </a:r>
            <a:r>
              <a:rPr lang="en-US" altLang="zh-CN" dirty="0"/>
              <a:t>MapReduce</a:t>
            </a:r>
            <a:r>
              <a:rPr lang="zh-CN" altLang="en-US" dirty="0"/>
              <a:t>，但不局限于</a:t>
            </a:r>
            <a:r>
              <a:rPr lang="en-US" altLang="zh-CN" dirty="0"/>
              <a:t>Map</a:t>
            </a:r>
            <a:r>
              <a:rPr lang="zh-CN" altLang="en-US" dirty="0"/>
              <a:t>和</a:t>
            </a:r>
            <a:r>
              <a:rPr lang="en-US" altLang="zh-CN" dirty="0"/>
              <a:t>Reduce</a:t>
            </a:r>
            <a:r>
              <a:rPr lang="zh-CN" altLang="en-US" dirty="0"/>
              <a:t>操作</a:t>
            </a:r>
            <a:r>
              <a:rPr lang="zh-CN" altLang="en-US" dirty="0" smtClean="0"/>
              <a:t>，提供了丰富的操作</a:t>
            </a:r>
            <a:endParaRPr lang="zh-CN" altLang="en-US" dirty="0"/>
          </a:p>
          <a:p>
            <a:pPr lvl="1"/>
            <a:r>
              <a:rPr lang="en-US" altLang="zh-CN" dirty="0"/>
              <a:t>Spark</a:t>
            </a:r>
            <a:r>
              <a:rPr lang="zh-CN" altLang="en-US" dirty="0"/>
              <a:t>提供了内存计算，可将中间结果放到内存中，对于迭代运算效率更高</a:t>
            </a:r>
          </a:p>
          <a:p>
            <a:pPr lvl="1"/>
            <a:r>
              <a:rPr lang="en-US" altLang="zh-CN" dirty="0"/>
              <a:t>Spark</a:t>
            </a:r>
            <a:r>
              <a:rPr lang="zh-CN" altLang="en-US" dirty="0"/>
              <a:t>基于</a:t>
            </a:r>
            <a:r>
              <a:rPr lang="en-US" altLang="zh-CN" dirty="0"/>
              <a:t>DAG</a:t>
            </a:r>
            <a:r>
              <a:rPr lang="zh-CN" altLang="en-US" dirty="0"/>
              <a:t>的任务调度执行机制，要优于</a:t>
            </a:r>
            <a:r>
              <a:rPr lang="en-US" altLang="zh-CN" dirty="0"/>
              <a:t>Hadoop MapReduce</a:t>
            </a:r>
            <a:r>
              <a:rPr lang="zh-CN" altLang="en-US" dirty="0"/>
              <a:t>的迭代执行机制 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6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Hadoop</a:t>
            </a:r>
            <a:r>
              <a:rPr lang="zh-CN" altLang="en-US" dirty="0"/>
              <a:t>与</a:t>
            </a:r>
            <a:r>
              <a:rPr lang="en-US" altLang="zh-CN" dirty="0"/>
              <a:t>Spark</a:t>
            </a:r>
            <a:r>
              <a:rPr lang="zh-CN" altLang="en-US" dirty="0"/>
              <a:t>的执行流程对比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7</a:t>
            </a:fld>
            <a:endParaRPr lang="en-US" altLang="zh-CN" dirty="0"/>
          </a:p>
        </p:txBody>
      </p:sp>
      <p:graphicFrame>
        <p:nvGraphicFramePr>
          <p:cNvPr id="5" name="Object 1"/>
          <p:cNvGraphicFramePr/>
          <p:nvPr/>
        </p:nvGraphicFramePr>
        <p:xfrm>
          <a:off x="1763688" y="1976587"/>
          <a:ext cx="4536504" cy="4337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r:id="rId3" imgW="10647680" imgH="10332720" progId="Visio.Drawing.15">
                  <p:embed/>
                </p:oleObj>
              </mc:Choice>
              <mc:Fallback>
                <p:oleObj r:id="rId3" imgW="10647680" imgH="10332720" progId="Visio.Drawing.15">
                  <p:embed/>
                  <p:pic>
                    <p:nvPicPr>
                      <p:cNvPr id="0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1976587"/>
                        <a:ext cx="4536504" cy="433797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Spark</a:t>
            </a:r>
            <a:r>
              <a:rPr lang="zh-CN" altLang="en-US" dirty="0" smtClean="0"/>
              <a:t>主要模块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31" y="2006575"/>
            <a:ext cx="7200000" cy="368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Spark</a:t>
            </a:r>
            <a:r>
              <a:rPr lang="zh-CN" altLang="en-US" dirty="0" smtClean="0"/>
              <a:t>主要模块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 Core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核心模块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 SQL</a:t>
            </a:r>
            <a:r>
              <a:rPr lang="zh-CN" altLang="en-US" dirty="0" smtClean="0"/>
              <a:t>：结构化数据处理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 </a:t>
            </a:r>
            <a:r>
              <a:rPr lang="en-US" altLang="zh-CN" dirty="0" err="1" smtClean="0"/>
              <a:t>Straming</a:t>
            </a:r>
            <a:r>
              <a:rPr lang="zh-CN" altLang="en-US" dirty="0" smtClean="0"/>
              <a:t>：流处理（构建在</a:t>
            </a:r>
            <a:r>
              <a:rPr lang="en-US" altLang="zh-CN" dirty="0" smtClean="0"/>
              <a:t>Spark RDD</a:t>
            </a:r>
            <a:r>
              <a:rPr lang="zh-CN" altLang="en-US" dirty="0" smtClean="0"/>
              <a:t>上）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Structured </a:t>
            </a:r>
            <a:r>
              <a:rPr lang="en-US" altLang="zh-CN" dirty="0" err="1" smtClean="0"/>
              <a:t>Straming</a:t>
            </a:r>
            <a:r>
              <a:rPr lang="zh-CN" altLang="en-US" dirty="0" smtClean="0"/>
              <a:t>：流处理</a:t>
            </a:r>
            <a:r>
              <a:rPr lang="zh-CN" altLang="en-US" dirty="0"/>
              <a:t>（构建在</a:t>
            </a:r>
            <a:r>
              <a:rPr lang="en-US" altLang="zh-CN" dirty="0"/>
              <a:t>Spark </a:t>
            </a:r>
            <a:r>
              <a:rPr lang="en-US" altLang="zh-CN" dirty="0" smtClean="0"/>
              <a:t>SQL</a:t>
            </a:r>
            <a:r>
              <a:rPr lang="zh-CN" altLang="en-US" dirty="0" smtClean="0"/>
              <a:t>上）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MLlib</a:t>
            </a:r>
            <a:r>
              <a:rPr lang="zh-CN" altLang="en-US" dirty="0" smtClean="0"/>
              <a:t>：机器学习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GraphX</a:t>
            </a:r>
            <a:r>
              <a:rPr lang="zh-CN" altLang="en-US" dirty="0" smtClean="0"/>
              <a:t>：图计算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9.2 </a:t>
            </a:r>
            <a:r>
              <a:rPr lang="en-US" altLang="zh-CN" dirty="0">
                <a:solidFill>
                  <a:srgbClr val="FF0000"/>
                </a:solidFill>
              </a:rPr>
              <a:t>Spark</a:t>
            </a:r>
            <a:r>
              <a:rPr lang="zh-CN" altLang="en-US" dirty="0">
                <a:solidFill>
                  <a:srgbClr val="FF0000"/>
                </a:solidFill>
              </a:rPr>
              <a:t>基础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 smtClean="0"/>
              <a:t>9.3 </a:t>
            </a:r>
            <a:r>
              <a:rPr lang="en-US" altLang="zh-CN" dirty="0"/>
              <a:t>Spark RDD</a:t>
            </a:r>
          </a:p>
          <a:p>
            <a:pPr marL="0" indent="0">
              <a:buNone/>
            </a:pPr>
            <a:r>
              <a:rPr lang="en-US" altLang="zh-CN" dirty="0" smtClean="0"/>
              <a:t>9.4 </a:t>
            </a:r>
            <a:r>
              <a:rPr lang="en-US" altLang="zh-CN" dirty="0"/>
              <a:t>Spark SQL</a:t>
            </a:r>
          </a:p>
          <a:p>
            <a:pPr marL="0" indent="0">
              <a:buNone/>
            </a:pPr>
            <a:r>
              <a:rPr lang="en-US" altLang="zh-CN" dirty="0" smtClean="0"/>
              <a:t>9.5 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流计算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9.6 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机器学习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 </a:t>
            </a:r>
            <a:r>
              <a:rPr lang="en-US" altLang="zh-CN" dirty="0"/>
              <a:t>Spark</a:t>
            </a:r>
            <a:r>
              <a:rPr lang="zh-CN" altLang="en-US" dirty="0"/>
              <a:t>基础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9.2.1 </a:t>
            </a:r>
            <a:r>
              <a:rPr lang="zh-CN" altLang="en-US" dirty="0" smtClean="0"/>
              <a:t>基本概念</a:t>
            </a:r>
            <a:endParaRPr lang="en-US" altLang="zh-CN" dirty="0" smtClean="0"/>
          </a:p>
          <a:p>
            <a:r>
              <a:rPr lang="en-US" altLang="zh-CN" dirty="0" smtClean="0"/>
              <a:t>9.2.2 </a:t>
            </a:r>
            <a:r>
              <a:rPr lang="zh-CN" altLang="en-US" dirty="0" smtClean="0"/>
              <a:t>运行架构</a:t>
            </a:r>
            <a:endParaRPr lang="en-US" altLang="zh-CN" dirty="0" smtClean="0"/>
          </a:p>
          <a:p>
            <a:r>
              <a:rPr lang="en-US" altLang="zh-CN" dirty="0" smtClean="0"/>
              <a:t>9.2.3 </a:t>
            </a:r>
            <a:r>
              <a:rPr lang="en-US" altLang="zh-CN" dirty="0" smtClean="0"/>
              <a:t>Spark Shell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9.2.1 </a:t>
            </a:r>
            <a:r>
              <a:rPr lang="zh-CN" altLang="en-US" dirty="0"/>
              <a:t>基本概念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基本概念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RDD</a:t>
            </a:r>
            <a:r>
              <a:rPr lang="zh-CN" altLang="en-US" dirty="0"/>
              <a:t>：是</a:t>
            </a:r>
            <a:r>
              <a:rPr lang="en-US" altLang="zh-CN" dirty="0" err="1"/>
              <a:t>Resillient</a:t>
            </a:r>
            <a:r>
              <a:rPr lang="en-US" altLang="zh-CN" dirty="0"/>
              <a:t> Distributed Dataset</a:t>
            </a:r>
            <a:r>
              <a:rPr lang="zh-CN" altLang="en-US" dirty="0"/>
              <a:t>（弹性分布式数据集）的简称，是分布式内存的一个抽象概念，提供了一种高度受限的共享内存模型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DAG</a:t>
            </a:r>
            <a:r>
              <a:rPr lang="zh-CN" altLang="en-US" dirty="0"/>
              <a:t>：是</a:t>
            </a:r>
            <a:r>
              <a:rPr lang="en-US" altLang="zh-CN" dirty="0"/>
              <a:t>Directed Acyclic Graph</a:t>
            </a:r>
            <a:r>
              <a:rPr lang="zh-CN" altLang="en-US" dirty="0"/>
              <a:t>（有向无环图）的简称，反映</a:t>
            </a:r>
            <a:r>
              <a:rPr lang="en-US" altLang="zh-CN" dirty="0"/>
              <a:t>RDD</a:t>
            </a:r>
            <a:r>
              <a:rPr lang="zh-CN" altLang="en-US" dirty="0"/>
              <a:t>之间的依赖关系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Executor</a:t>
            </a:r>
            <a:r>
              <a:rPr lang="zh-CN" altLang="en-US" dirty="0"/>
              <a:t>：是运行在工作节点（</a:t>
            </a:r>
            <a:r>
              <a:rPr lang="en-US" altLang="zh-CN" dirty="0" smtClean="0"/>
              <a:t>Worker Node</a:t>
            </a:r>
            <a:r>
              <a:rPr lang="zh-CN" altLang="en-US" dirty="0" smtClean="0"/>
              <a:t>）</a:t>
            </a:r>
            <a:r>
              <a:rPr lang="zh-CN" altLang="en-US" dirty="0"/>
              <a:t>的一个进程，负责运行</a:t>
            </a:r>
            <a:r>
              <a:rPr lang="en-US" altLang="zh-CN" dirty="0"/>
              <a:t>Task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应用（</a:t>
            </a:r>
            <a:r>
              <a:rPr lang="en-US" altLang="zh-CN" dirty="0">
                <a:solidFill>
                  <a:srgbClr val="FF0000"/>
                </a:solidFill>
              </a:rPr>
              <a:t>Application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：用户编写的</a:t>
            </a:r>
            <a:r>
              <a:rPr lang="en-US" altLang="zh-CN" dirty="0"/>
              <a:t>Spark</a:t>
            </a:r>
            <a:r>
              <a:rPr lang="zh-CN" altLang="en-US" dirty="0" smtClean="0"/>
              <a:t>应用程序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作业</a:t>
            </a:r>
            <a:r>
              <a:rPr lang="zh-CN" altLang="en-US" dirty="0">
                <a:solidFill>
                  <a:srgbClr val="FF0000"/>
                </a:solidFill>
              </a:rPr>
              <a:t>（ </a:t>
            </a:r>
            <a:r>
              <a:rPr lang="en-US" altLang="zh-CN" dirty="0">
                <a:solidFill>
                  <a:srgbClr val="FF0000"/>
                </a:solidFill>
              </a:rPr>
              <a:t>Job 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：一个作业包含多个</a:t>
            </a:r>
            <a:r>
              <a:rPr lang="en-US" altLang="zh-CN" dirty="0"/>
              <a:t>RDD</a:t>
            </a:r>
            <a:r>
              <a:rPr lang="zh-CN" altLang="en-US" dirty="0"/>
              <a:t>及作用于相应</a:t>
            </a:r>
            <a:r>
              <a:rPr lang="en-US" altLang="zh-CN" dirty="0"/>
              <a:t>RDD</a:t>
            </a:r>
            <a:r>
              <a:rPr lang="zh-CN" altLang="en-US" dirty="0"/>
              <a:t>上的各种操作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阶段（ </a:t>
            </a:r>
            <a:r>
              <a:rPr lang="en-US" altLang="zh-CN" dirty="0">
                <a:solidFill>
                  <a:srgbClr val="FF0000"/>
                </a:solidFill>
              </a:rPr>
              <a:t>Stage 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：是作业的基本调度单位，一个作业会分为多组任务，每组任务被称为阶段，或者也被称为任务集合，代表了一组关联的、相互之间</a:t>
            </a:r>
            <a:r>
              <a:rPr lang="zh-CN" altLang="en-US" dirty="0">
                <a:solidFill>
                  <a:srgbClr val="FF0000"/>
                </a:solidFill>
              </a:rPr>
              <a:t>没有</a:t>
            </a:r>
            <a:r>
              <a:rPr lang="en-US" altLang="zh-CN" dirty="0">
                <a:solidFill>
                  <a:srgbClr val="FF0000"/>
                </a:solidFill>
              </a:rPr>
              <a:t>Shuffle</a:t>
            </a:r>
            <a:r>
              <a:rPr lang="zh-CN" altLang="en-US" dirty="0">
                <a:solidFill>
                  <a:srgbClr val="FF0000"/>
                </a:solidFill>
              </a:rPr>
              <a:t>依赖</a:t>
            </a:r>
            <a:r>
              <a:rPr lang="zh-CN" altLang="en-US" dirty="0"/>
              <a:t>关系的任务组成的任务</a:t>
            </a:r>
            <a:r>
              <a:rPr lang="zh-CN" altLang="en-US" dirty="0" smtClean="0"/>
              <a:t>集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任务（ </a:t>
            </a:r>
            <a:r>
              <a:rPr lang="en-US" altLang="zh-CN" dirty="0">
                <a:solidFill>
                  <a:srgbClr val="FF0000"/>
                </a:solidFill>
              </a:rPr>
              <a:t>Task 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：运行在</a:t>
            </a:r>
            <a:r>
              <a:rPr lang="en-US" altLang="zh-CN" dirty="0"/>
              <a:t>Executor</a:t>
            </a:r>
            <a:r>
              <a:rPr lang="zh-CN" altLang="en-US" dirty="0"/>
              <a:t>上的工作单元 </a:t>
            </a:r>
          </a:p>
          <a:p>
            <a:pPr lvl="1"/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/>
              <a:t>运行架构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Spark</a:t>
            </a:r>
            <a:r>
              <a:rPr lang="zh-CN" altLang="en-US" dirty="0" smtClean="0"/>
              <a:t>运行模式</a:t>
            </a:r>
            <a:endParaRPr lang="en-US" altLang="zh-CN" dirty="0" smtClean="0"/>
          </a:p>
          <a:p>
            <a:pPr lvl="1"/>
            <a:r>
              <a:rPr lang="en-US" altLang="zh-CN" sz="2000" dirty="0"/>
              <a:t>Spark </a:t>
            </a:r>
            <a:r>
              <a:rPr lang="zh-CN" altLang="en-US" sz="2000" dirty="0"/>
              <a:t>有多种运行模式</a:t>
            </a:r>
            <a:endParaRPr lang="en-US" altLang="zh-CN" sz="2000" dirty="0"/>
          </a:p>
          <a:p>
            <a:pPr lvl="2"/>
            <a:r>
              <a:rPr lang="en-US" altLang="zh-CN" dirty="0" smtClean="0"/>
              <a:t>local</a:t>
            </a:r>
            <a:r>
              <a:rPr lang="zh-CN" altLang="en-US" dirty="0" smtClean="0"/>
              <a:t>：本地模式，又分为</a:t>
            </a:r>
            <a:r>
              <a:rPr lang="en-US" altLang="zh-CN" dirty="0" smtClean="0"/>
              <a:t>local</a:t>
            </a:r>
            <a:r>
              <a:rPr lang="zh-CN" altLang="en-US" dirty="0" smtClean="0"/>
              <a:t>单线程和</a:t>
            </a:r>
            <a:r>
              <a:rPr lang="en-US" altLang="zh-CN" dirty="0" smtClean="0"/>
              <a:t>local-cluster</a:t>
            </a:r>
            <a:r>
              <a:rPr lang="zh-CN" altLang="en-US" dirty="0" smtClean="0"/>
              <a:t>多线程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standalone</a:t>
            </a:r>
            <a:r>
              <a:rPr lang="zh-CN" altLang="en-US" dirty="0" smtClean="0"/>
              <a:t>：独立集群模式，运行在自带的资源管理器上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on YARN</a:t>
            </a:r>
            <a:r>
              <a:rPr lang="zh-CN" altLang="en-US" dirty="0" smtClean="0"/>
              <a:t>：运行在</a:t>
            </a:r>
            <a:r>
              <a:rPr lang="en-US" altLang="zh-CN" dirty="0"/>
              <a:t>YARN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on </a:t>
            </a:r>
            <a:r>
              <a:rPr lang="en-US" altLang="zh-CN" dirty="0" err="1" smtClean="0"/>
              <a:t>Mesos</a:t>
            </a:r>
            <a:r>
              <a:rPr lang="zh-CN" altLang="en-US" dirty="0" smtClean="0"/>
              <a:t>：运行在</a:t>
            </a:r>
            <a:r>
              <a:rPr lang="en-US" altLang="zh-CN" dirty="0" err="1" smtClean="0"/>
              <a:t>Mesos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on Kubernetes</a:t>
            </a:r>
            <a:r>
              <a:rPr lang="zh-CN" altLang="en-US" dirty="0" smtClean="0"/>
              <a:t>：</a:t>
            </a:r>
            <a:r>
              <a:rPr lang="en-US" altLang="zh-CN" dirty="0"/>
              <a:t> </a:t>
            </a:r>
            <a:r>
              <a:rPr lang="zh-CN" altLang="en-US" dirty="0" smtClean="0"/>
              <a:t>运行在</a:t>
            </a:r>
            <a:r>
              <a:rPr lang="en-US" altLang="zh-CN" dirty="0" smtClean="0"/>
              <a:t>Kubernetes</a:t>
            </a:r>
            <a:r>
              <a:rPr lang="zh-CN" altLang="en-US" dirty="0" smtClean="0"/>
              <a:t>上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on Cloud</a:t>
            </a:r>
            <a:r>
              <a:rPr lang="zh-CN" altLang="en-US" dirty="0" smtClean="0"/>
              <a:t>：运行在</a:t>
            </a:r>
            <a:r>
              <a:rPr lang="en-US" altLang="zh-CN" dirty="0" smtClean="0"/>
              <a:t>AWS</a:t>
            </a:r>
            <a:r>
              <a:rPr lang="zh-CN" altLang="en-US" dirty="0" smtClean="0"/>
              <a:t>、阿里云等公有云平台上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 smtClean="0"/>
              <a:t>运行架构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Spark</a:t>
            </a:r>
            <a:r>
              <a:rPr lang="zh-CN" altLang="en-US" sz="2400" dirty="0" smtClean="0"/>
              <a:t>运行</a:t>
            </a:r>
            <a:r>
              <a:rPr lang="zh-CN" altLang="en-US" sz="2400" dirty="0"/>
              <a:t>架构</a:t>
            </a:r>
            <a:r>
              <a:rPr lang="zh-CN" altLang="en-US" sz="2400" dirty="0" smtClean="0"/>
              <a:t>包括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集群</a:t>
            </a:r>
            <a:r>
              <a:rPr lang="zh-CN" altLang="en-US" sz="2000" dirty="0"/>
              <a:t>资源管理器（</a:t>
            </a:r>
            <a:r>
              <a:rPr lang="en-US" altLang="zh-CN" sz="2000" dirty="0"/>
              <a:t>Cluster Manager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工作</a:t>
            </a:r>
            <a:r>
              <a:rPr lang="zh-CN" altLang="en-US" sz="2000" dirty="0"/>
              <a:t>节点（</a:t>
            </a:r>
            <a:r>
              <a:rPr lang="en-US" altLang="zh-CN" sz="2000" dirty="0" smtClean="0"/>
              <a:t>Worker Node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执行器（</a:t>
            </a:r>
            <a:r>
              <a:rPr lang="en-US" altLang="zh-CN" sz="2000" dirty="0"/>
              <a:t>Executor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驱动器（</a:t>
            </a:r>
            <a:r>
              <a:rPr lang="en-US" altLang="zh-CN" sz="2000" dirty="0" smtClean="0"/>
              <a:t>Driver Program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14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501008"/>
            <a:ext cx="5172844" cy="24822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 smtClean="0"/>
              <a:t>运行架构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Clr>
                <a:schemeClr val="hlink"/>
              </a:buClr>
              <a:buFont typeface="Wingdings" panose="05000000000000000000" pitchFamily="2" charset="2"/>
              <a:buChar char="v"/>
            </a:pPr>
            <a:r>
              <a:rPr lang="zh-CN" altLang="en-US" b="1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驱动器（</a:t>
            </a:r>
            <a:r>
              <a:rPr lang="en-US" altLang="zh-CN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Driver Program</a:t>
            </a:r>
            <a:r>
              <a:rPr lang="zh-CN" altLang="en-US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）</a:t>
            </a:r>
            <a:endParaRPr lang="en-US" altLang="zh-CN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 sz="2000" dirty="0" smtClean="0"/>
              <a:t>包含运行应用程序的主函数和构建</a:t>
            </a:r>
            <a:r>
              <a:rPr lang="en-US" altLang="zh-CN" sz="2000" b="1" dirty="0" err="1" smtClean="0">
                <a:solidFill>
                  <a:srgbClr val="FF0000"/>
                </a:solidFill>
              </a:rPr>
              <a:t>SparkContext</a:t>
            </a:r>
            <a:r>
              <a:rPr lang="zh-CN" altLang="en-US" sz="2000" dirty="0" smtClean="0"/>
              <a:t>实例的程序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驱动器可以运行在应用程序的节点上，也可以由应用程序提交给集群管理器，再由集群管理器安排给工作节点运行</a:t>
            </a:r>
            <a:endParaRPr lang="en-US" altLang="zh-CN" sz="2000" dirty="0" smtClean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15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/>
              <a:t>运行架构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SparkContext</a:t>
            </a:r>
            <a:endParaRPr lang="en-US" altLang="zh-CN" dirty="0"/>
          </a:p>
          <a:p>
            <a:pPr lvl="1"/>
            <a:r>
              <a:rPr lang="zh-CN" altLang="en-US" dirty="0" smtClean="0"/>
              <a:t>是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应用程序的入口，</a:t>
            </a:r>
            <a:r>
              <a:rPr lang="zh-CN" altLang="en-US" dirty="0"/>
              <a:t>是应用程序和</a:t>
            </a:r>
            <a:r>
              <a:rPr lang="en-US" altLang="zh-CN" dirty="0"/>
              <a:t>Spark</a:t>
            </a:r>
            <a:r>
              <a:rPr lang="zh-CN" altLang="en-US" dirty="0"/>
              <a:t>集群交互的通道</a:t>
            </a:r>
          </a:p>
          <a:p>
            <a:pPr lvl="1"/>
            <a:r>
              <a:rPr lang="zh-CN" altLang="en-US" dirty="0"/>
              <a:t>主要用于初始化</a:t>
            </a:r>
            <a:r>
              <a:rPr lang="en-US" altLang="zh-CN" dirty="0"/>
              <a:t>Spark</a:t>
            </a:r>
            <a:r>
              <a:rPr lang="zh-CN" altLang="en-US" dirty="0"/>
              <a:t>应用程序所需的基础组件，主要包括：</a:t>
            </a:r>
          </a:p>
          <a:p>
            <a:pPr lvl="2"/>
            <a:r>
              <a:rPr lang="en-US" altLang="zh-CN" dirty="0" smtClean="0"/>
              <a:t>DAG</a:t>
            </a:r>
            <a:r>
              <a:rPr lang="zh-CN" altLang="en-US" dirty="0" smtClean="0"/>
              <a:t>调度器：高层调度器，负责</a:t>
            </a:r>
            <a:r>
              <a:rPr lang="en-US" altLang="zh-CN" dirty="0" smtClean="0"/>
              <a:t>DAG</a:t>
            </a:r>
            <a:r>
              <a:rPr lang="zh-CN" altLang="en-US" dirty="0" smtClean="0"/>
              <a:t>层面的调度，主要用于构建</a:t>
            </a:r>
            <a:r>
              <a:rPr lang="en-US" altLang="zh-CN" dirty="0" smtClean="0"/>
              <a:t>DAG</a:t>
            </a:r>
            <a:r>
              <a:rPr lang="zh-CN" altLang="en-US" dirty="0" smtClean="0"/>
              <a:t>、划分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以及提交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到任务调度器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任务调度器：底层调度器，负责任务层面的调度，主要负责接收</a:t>
            </a:r>
            <a:r>
              <a:rPr lang="en-US" altLang="zh-CN" dirty="0" smtClean="0"/>
              <a:t>DAG</a:t>
            </a:r>
            <a:r>
              <a:rPr lang="zh-CN" altLang="en-US" dirty="0" smtClean="0"/>
              <a:t>调度器发送过来的任务集以及将任务集加载并注册到集群管理器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SchedulerBackend</a:t>
            </a:r>
            <a:r>
              <a:rPr lang="zh-CN" altLang="en-US" dirty="0" smtClean="0"/>
              <a:t>：是调度器的通信终端，主要负责运行任务所需要资源的申请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SparkContext</a:t>
            </a:r>
            <a:r>
              <a:rPr lang="zh-CN" altLang="en-US" dirty="0" smtClean="0"/>
              <a:t>还负责向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管理节点注册应用程序等</a:t>
            </a:r>
            <a:endParaRPr lang="en-US" altLang="zh-CN" dirty="0" smtClean="0"/>
          </a:p>
          <a:p>
            <a:pPr lvl="2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 smtClean="0"/>
              <a:t>运行架构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Standalone</a:t>
            </a:r>
            <a:r>
              <a:rPr lang="zh-CN" altLang="en-US" sz="2400" dirty="0" smtClean="0"/>
              <a:t>模式</a:t>
            </a:r>
            <a:endParaRPr lang="en-US" altLang="zh-CN" sz="2400" dirty="0"/>
          </a:p>
          <a:p>
            <a:pPr lvl="1"/>
            <a:r>
              <a:rPr lang="zh-CN" altLang="en-US" sz="1800" dirty="0" smtClean="0"/>
              <a:t>采用经典的主从架构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采用自带的独立调度器</a:t>
            </a:r>
            <a:r>
              <a:rPr lang="en-US" altLang="zh-CN" sz="1800" dirty="0" smtClean="0"/>
              <a:t>(Standalone)</a:t>
            </a:r>
            <a:endParaRPr lang="en-US" altLang="zh-CN" sz="18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17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981" y="4252971"/>
            <a:ext cx="5760000" cy="243948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65790" y="4574203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clinet</a:t>
            </a:r>
            <a:r>
              <a:rPr lang="zh-CN" altLang="en-US" dirty="0" smtClean="0"/>
              <a:t>运行方式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868144" y="3929562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cluster</a:t>
            </a:r>
            <a:r>
              <a:rPr lang="zh-CN" altLang="en-US" dirty="0" smtClean="0"/>
              <a:t>运行方式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62" y="2425060"/>
            <a:ext cx="3600000" cy="21491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 smtClean="0"/>
              <a:t>运行架构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Spark On YARN</a:t>
            </a:r>
            <a:r>
              <a:rPr lang="zh-CN" altLang="en-US" sz="2400" dirty="0" smtClean="0"/>
              <a:t>模式</a:t>
            </a:r>
            <a:endParaRPr lang="en-US" altLang="zh-CN" sz="2400" dirty="0"/>
          </a:p>
          <a:p>
            <a:pPr lvl="1"/>
            <a:r>
              <a:rPr lang="en-US" altLang="zh-CN" sz="2000" dirty="0" smtClean="0"/>
              <a:t>YARN</a:t>
            </a:r>
            <a:r>
              <a:rPr lang="zh-CN" altLang="en-US" sz="2000" dirty="0" smtClean="0"/>
              <a:t>负责资源管理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Spark</a:t>
            </a:r>
            <a:r>
              <a:rPr lang="zh-CN" altLang="en-US" sz="2000" dirty="0" smtClean="0"/>
              <a:t>负责任务调度和计算</a:t>
            </a:r>
            <a:endParaRPr lang="en-US" altLang="zh-CN" sz="2000" dirty="0" smtClean="0"/>
          </a:p>
          <a:p>
            <a:pPr lvl="1"/>
            <a:endParaRPr lang="en-US" altLang="zh-CN" sz="16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18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000" y="4512231"/>
            <a:ext cx="5760000" cy="233573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64904"/>
            <a:ext cx="3600000" cy="221380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00225" y="4778710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clinet</a:t>
            </a:r>
            <a:r>
              <a:rPr lang="zh-CN" altLang="en-US" dirty="0" smtClean="0"/>
              <a:t>运行方式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724128" y="4083090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cluster</a:t>
            </a:r>
            <a:r>
              <a:rPr lang="zh-CN" altLang="en-US" dirty="0" smtClean="0"/>
              <a:t>运行方式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9.2.2 Spark</a:t>
            </a:r>
            <a:r>
              <a:rPr lang="zh-CN" altLang="en-US" dirty="0"/>
              <a:t>集群环境搭建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Spark on YARN</a:t>
            </a:r>
            <a:r>
              <a:rPr lang="zh-CN" altLang="en-US" dirty="0"/>
              <a:t>模式</a:t>
            </a:r>
            <a:endParaRPr lang="en-US" altLang="zh-CN" dirty="0"/>
          </a:p>
          <a:p>
            <a:pPr lvl="1"/>
            <a:r>
              <a:rPr lang="zh-CN" altLang="en-US" dirty="0"/>
              <a:t>在一个节点上安装</a:t>
            </a:r>
            <a:r>
              <a:rPr lang="en-US" altLang="zh-CN" dirty="0"/>
              <a:t>Spark</a:t>
            </a:r>
          </a:p>
          <a:p>
            <a:pPr lvl="1"/>
            <a:r>
              <a:rPr lang="zh-CN" altLang="en-US" dirty="0"/>
              <a:t>修改</a:t>
            </a:r>
            <a:r>
              <a:rPr lang="en-US" altLang="zh-CN" dirty="0"/>
              <a:t>conf/spark-env.sh</a:t>
            </a:r>
            <a:r>
              <a:rPr lang="zh-CN" altLang="en-US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19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708920"/>
            <a:ext cx="4467849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53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9.2.2 Spark</a:t>
            </a:r>
            <a:r>
              <a:rPr lang="zh-CN" altLang="en-US" dirty="0"/>
              <a:t>集群环境搭建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HDFS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YARN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en-US" altLang="zh-CN" dirty="0"/>
              <a:t>Spark on YARN</a:t>
            </a:r>
            <a:r>
              <a:rPr lang="zh-CN" altLang="en-US" dirty="0"/>
              <a:t>的</a:t>
            </a:r>
            <a:r>
              <a:rPr lang="en-US" altLang="zh-CN" dirty="0"/>
              <a:t>cluster</a:t>
            </a:r>
            <a:r>
              <a:rPr lang="zh-CN" altLang="en-US" dirty="0"/>
              <a:t>模式运行示例</a:t>
            </a:r>
            <a:endParaRPr lang="en-US" altLang="zh-CN" dirty="0"/>
          </a:p>
          <a:p>
            <a:pPr lvl="2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20</a:t>
            </a:fld>
            <a:endParaRPr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3212976"/>
            <a:ext cx="7273353" cy="108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73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9.2.2 Spark</a:t>
            </a:r>
            <a:r>
              <a:rPr lang="zh-CN" altLang="en-US" dirty="0"/>
              <a:t>集群环境搭建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052736"/>
            <a:ext cx="6367297" cy="5185628"/>
          </a:xfr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28003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 smtClean="0"/>
              <a:t>运行架构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一个应用由一个</a:t>
            </a:r>
            <a:r>
              <a:rPr lang="en-US" altLang="zh-CN" sz="2400" dirty="0"/>
              <a:t>Driver</a:t>
            </a:r>
            <a:r>
              <a:rPr lang="zh-CN" altLang="en-US" sz="2400" dirty="0"/>
              <a:t>和若干个作业构成，一个作业由多个阶段构成，一个阶段由多个没有</a:t>
            </a:r>
            <a:r>
              <a:rPr lang="en-US" altLang="zh-CN" sz="2400" dirty="0"/>
              <a:t>Shuffle</a:t>
            </a:r>
            <a:r>
              <a:rPr lang="zh-CN" altLang="en-US" sz="2400" dirty="0"/>
              <a:t>关系的任务组成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22</a:t>
            </a:fld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531787"/>
            <a:ext cx="7200000" cy="3792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/>
              <a:t>运行架构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Spark</a:t>
            </a:r>
            <a:r>
              <a:rPr lang="zh-CN" altLang="en-US" dirty="0" smtClean="0"/>
              <a:t>运行基本流程</a:t>
            </a:r>
            <a:endParaRPr lang="zh-CN" alt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916832"/>
            <a:ext cx="6274316" cy="4536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9.2.2 </a:t>
            </a:r>
            <a:r>
              <a:rPr lang="zh-CN" altLang="en-US" dirty="0"/>
              <a:t>运行架构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Spark</a:t>
            </a:r>
            <a:r>
              <a:rPr lang="zh-CN" altLang="en-US" dirty="0"/>
              <a:t>运行基本流程</a:t>
            </a:r>
          </a:p>
          <a:p>
            <a:pPr lvl="1"/>
            <a:r>
              <a:rPr lang="zh-CN" altLang="en-US" dirty="0" smtClean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）首先为应用构建起基本的运行环境，即由</a:t>
            </a:r>
            <a:r>
              <a:rPr lang="en-US" altLang="zh-CN" dirty="0"/>
              <a:t>Driver</a:t>
            </a:r>
            <a:r>
              <a:rPr lang="zh-CN" altLang="en-US" dirty="0"/>
              <a:t>创建一个</a:t>
            </a:r>
            <a:r>
              <a:rPr lang="en-US" altLang="zh-CN" dirty="0" err="1"/>
              <a:t>SparkContext</a:t>
            </a:r>
            <a:r>
              <a:rPr lang="zh-CN" altLang="en-US" dirty="0"/>
              <a:t>，进行资源的申请、任务的分配和监控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）资源管理器为</a:t>
            </a:r>
            <a:r>
              <a:rPr lang="en-US" altLang="zh-CN" dirty="0"/>
              <a:t>Executor</a:t>
            </a:r>
            <a:r>
              <a:rPr lang="zh-CN" altLang="en-US" dirty="0"/>
              <a:t>分配资源，并启动</a:t>
            </a:r>
            <a:r>
              <a:rPr lang="en-US" altLang="zh-CN" dirty="0"/>
              <a:t>Executor</a:t>
            </a:r>
            <a:r>
              <a:rPr lang="zh-CN" altLang="en-US" dirty="0"/>
              <a:t>进程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 err="1"/>
              <a:t>SparkContext</a:t>
            </a:r>
            <a:r>
              <a:rPr lang="zh-CN" altLang="en-US" dirty="0"/>
              <a:t>根据</a:t>
            </a:r>
            <a:r>
              <a:rPr lang="en-US" altLang="zh-CN" dirty="0"/>
              <a:t>RDD</a:t>
            </a:r>
            <a:r>
              <a:rPr lang="zh-CN" altLang="en-US" dirty="0"/>
              <a:t>的依赖关系构建</a:t>
            </a:r>
            <a:r>
              <a:rPr lang="en-US" altLang="zh-CN" dirty="0"/>
              <a:t>DAG</a:t>
            </a:r>
            <a:r>
              <a:rPr lang="zh-CN" altLang="en-US" dirty="0"/>
              <a:t>图，</a:t>
            </a:r>
            <a:r>
              <a:rPr lang="en-US" altLang="zh-CN" dirty="0"/>
              <a:t>DAG</a:t>
            </a:r>
            <a:r>
              <a:rPr lang="zh-CN" altLang="en-US" dirty="0"/>
              <a:t>图提交给</a:t>
            </a:r>
            <a:r>
              <a:rPr lang="en-US" altLang="zh-CN" dirty="0" err="1"/>
              <a:t>DAGScheduler</a:t>
            </a:r>
            <a:r>
              <a:rPr lang="zh-CN" altLang="en-US" dirty="0"/>
              <a:t>解析成</a:t>
            </a:r>
            <a:r>
              <a:rPr lang="en-US" altLang="zh-CN" dirty="0"/>
              <a:t>Stage</a:t>
            </a:r>
            <a:r>
              <a:rPr lang="zh-CN" altLang="en-US" dirty="0"/>
              <a:t>，然后把一个个</a:t>
            </a:r>
            <a:r>
              <a:rPr lang="en-US" altLang="zh-CN" dirty="0" err="1"/>
              <a:t>TaskSet</a:t>
            </a:r>
            <a:r>
              <a:rPr lang="zh-CN" altLang="en-US" dirty="0"/>
              <a:t>提交给底层调度器</a:t>
            </a:r>
            <a:r>
              <a:rPr lang="en-US" altLang="zh-CN" dirty="0" err="1"/>
              <a:t>TaskScheduler</a:t>
            </a:r>
            <a:r>
              <a:rPr lang="zh-CN" altLang="en-US" dirty="0"/>
              <a:t>处理；</a:t>
            </a:r>
            <a:r>
              <a:rPr lang="en-US" altLang="zh-CN" dirty="0"/>
              <a:t>Executor</a:t>
            </a:r>
            <a:r>
              <a:rPr lang="zh-CN" altLang="en-US" dirty="0"/>
              <a:t>向</a:t>
            </a:r>
            <a:r>
              <a:rPr lang="en-US" altLang="zh-CN" dirty="0" err="1"/>
              <a:t>SparkContext</a:t>
            </a:r>
            <a:r>
              <a:rPr lang="zh-CN" altLang="en-US" dirty="0"/>
              <a:t>申请</a:t>
            </a:r>
            <a:r>
              <a:rPr lang="en-US" altLang="zh-CN" dirty="0"/>
              <a:t>Task</a:t>
            </a:r>
            <a:r>
              <a:rPr lang="zh-CN" altLang="en-US" dirty="0"/>
              <a:t>，</a:t>
            </a:r>
            <a:r>
              <a:rPr lang="en-US" altLang="zh-CN" dirty="0"/>
              <a:t>Task Scheduler</a:t>
            </a:r>
            <a:r>
              <a:rPr lang="zh-CN" altLang="en-US" dirty="0"/>
              <a:t>将</a:t>
            </a:r>
            <a:r>
              <a:rPr lang="en-US" altLang="zh-CN" dirty="0"/>
              <a:t>Task</a:t>
            </a:r>
            <a:r>
              <a:rPr lang="zh-CN" altLang="en-US" dirty="0"/>
              <a:t>发放给</a:t>
            </a:r>
            <a:r>
              <a:rPr lang="en-US" altLang="zh-CN" dirty="0"/>
              <a:t>Executor</a:t>
            </a:r>
            <a:r>
              <a:rPr lang="zh-CN" altLang="en-US" dirty="0"/>
              <a:t>运行，并提供应用程序代码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en-US" altLang="zh-CN" dirty="0"/>
              <a:t>Task</a:t>
            </a:r>
            <a:r>
              <a:rPr lang="zh-CN" altLang="en-US" dirty="0"/>
              <a:t>在</a:t>
            </a:r>
            <a:r>
              <a:rPr lang="en-US" altLang="zh-CN" dirty="0"/>
              <a:t>Executor</a:t>
            </a:r>
            <a:r>
              <a:rPr lang="zh-CN" altLang="en-US" dirty="0"/>
              <a:t>上运行，把执行结果反馈给</a:t>
            </a:r>
            <a:r>
              <a:rPr lang="en-US" altLang="zh-CN" dirty="0" err="1"/>
              <a:t>TaskScheduler</a:t>
            </a:r>
            <a:r>
              <a:rPr lang="zh-CN" altLang="en-US" dirty="0"/>
              <a:t>，然后反馈给</a:t>
            </a:r>
            <a:r>
              <a:rPr lang="en-US" altLang="zh-CN" dirty="0" err="1"/>
              <a:t>DAGScheduler</a:t>
            </a:r>
            <a:r>
              <a:rPr lang="zh-CN" altLang="en-US" dirty="0"/>
              <a:t>，运行完毕后写入数据并释放所有资源 </a:t>
            </a:r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9.2.3 </a:t>
            </a:r>
            <a:r>
              <a:rPr lang="en-US" altLang="zh-CN" dirty="0" smtClean="0"/>
              <a:t>Spark Shell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Spark Shell </a:t>
            </a:r>
            <a:r>
              <a:rPr lang="zh-CN" altLang="en-US" sz="2400" dirty="0"/>
              <a:t>提供了简单的方式来学习</a:t>
            </a:r>
            <a:r>
              <a:rPr lang="en-US" altLang="zh-CN" sz="2400" dirty="0"/>
              <a:t>Spark API</a:t>
            </a:r>
          </a:p>
          <a:p>
            <a:r>
              <a:rPr lang="en-US" altLang="zh-CN" sz="2400" dirty="0"/>
              <a:t>Spark Shell</a:t>
            </a:r>
            <a:r>
              <a:rPr lang="zh-CN" altLang="en-US" sz="2400" dirty="0"/>
              <a:t>可以以实时、交互的方式来分析数据</a:t>
            </a:r>
          </a:p>
          <a:p>
            <a:r>
              <a:rPr lang="en-US" altLang="zh-CN" sz="2400" dirty="0"/>
              <a:t>Spark Shell</a:t>
            </a:r>
            <a:r>
              <a:rPr lang="zh-CN" altLang="en-US" sz="2400" dirty="0"/>
              <a:t>支持</a:t>
            </a:r>
            <a:r>
              <a:rPr lang="en-US" altLang="zh-CN" sz="2400" dirty="0"/>
              <a:t>Scala</a:t>
            </a:r>
            <a:r>
              <a:rPr lang="zh-CN" altLang="en-US" sz="2400" dirty="0"/>
              <a:t>和</a:t>
            </a:r>
            <a:r>
              <a:rPr lang="en-US" altLang="zh-CN" sz="2400" dirty="0"/>
              <a:t>Python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25</a:t>
            </a:fld>
            <a:endParaRPr lang="en-US" altLang="zh-CN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92621" y="2780928"/>
            <a:ext cx="7149157" cy="40011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defTabSz="914400">
              <a:buClrTx/>
              <a:buSzTx/>
              <a:defRPr/>
            </a:pPr>
            <a:r>
              <a:rPr kumimoji="0" lang="en-US" altLang="zh-CN" sz="20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Spark Shell</a:t>
            </a:r>
            <a:r>
              <a:rPr kumimoji="0" lang="zh-CN" altLang="en-US" sz="20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本身就是一个</a:t>
            </a:r>
            <a:r>
              <a:rPr kumimoji="0" lang="en-US" altLang="zh-CN" sz="20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Driver</a:t>
            </a:r>
            <a:r>
              <a:rPr kumimoji="0" lang="zh-CN" altLang="en-US" sz="20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，里面已经包含了</a:t>
            </a:r>
            <a:r>
              <a:rPr kumimoji="0" lang="en-US" altLang="zh-CN" sz="20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main</a:t>
            </a:r>
            <a:r>
              <a:rPr kumimoji="0" lang="zh-CN" altLang="en-US" sz="2000" kern="1200" cap="none" spc="0" normalizeH="0" baseline="0" noProof="0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9.2.3 Spark </a:t>
            </a:r>
            <a:r>
              <a:rPr lang="en-US" altLang="zh-CN" dirty="0" smtClean="0"/>
              <a:t>Shell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Spark on YARN</a:t>
            </a:r>
            <a:r>
              <a:rPr lang="zh-CN" altLang="en-US" sz="2400" dirty="0"/>
              <a:t>模式下</a:t>
            </a:r>
            <a:r>
              <a:rPr lang="en-US" altLang="zh-CN" sz="2400" dirty="0"/>
              <a:t>Spark Shell</a:t>
            </a:r>
            <a:r>
              <a:rPr lang="zh-CN" altLang="en-US" sz="2400" dirty="0"/>
              <a:t>的启动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000" dirty="0"/>
              <a:t>Bin/spark-shell --master yarn</a:t>
            </a:r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dirty="0"/>
              <a:t>如果因内存分配过小报错，可以修改</a:t>
            </a:r>
            <a:r>
              <a:rPr lang="en-US" altLang="zh-CN" sz="2000" dirty="0"/>
              <a:t>yarn-site.xml</a:t>
            </a:r>
            <a:r>
              <a:rPr lang="zh-CN" altLang="en-US" sz="2000" dirty="0"/>
              <a:t>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26</a:t>
            </a:fld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5013176"/>
            <a:ext cx="5468113" cy="138131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204864"/>
            <a:ext cx="7292405" cy="218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0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lstStyle/>
          <a:p>
            <a:r>
              <a:rPr lang="en-US" altLang="zh-CN" dirty="0" smtClean="0"/>
              <a:t>9.2.3 </a:t>
            </a:r>
            <a:r>
              <a:rPr lang="en-US" altLang="zh-CN" dirty="0" smtClean="0"/>
              <a:t>Spark Shell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315" name="Picture 1" descr="C:\Users\Administrator\AppData\Roaming\Tencent\Users\70004972\QQ\WinTemp\RichOle\{3]IX8K@MXA~E@FTS$EV~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30" y="1676400"/>
            <a:ext cx="1819275" cy="638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6" name="矩形 3"/>
          <p:cNvSpPr/>
          <p:nvPr/>
        </p:nvSpPr>
        <p:spPr>
          <a:xfrm>
            <a:off x="685155" y="1219200"/>
            <a:ext cx="3954463" cy="3698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可以在里面输入</a:t>
            </a:r>
            <a:r>
              <a:rPr lang="en-US" altLang="zh-CN" dirty="0">
                <a:latin typeface="Arial" panose="020B0604020202020204" pitchFamily="34" charset="0"/>
              </a:rPr>
              <a:t>scala</a:t>
            </a:r>
            <a:r>
              <a:rPr lang="zh-CN" altLang="en-US" dirty="0">
                <a:latin typeface="Arial" panose="020B0604020202020204" pitchFamily="34" charset="0"/>
              </a:rPr>
              <a:t>代码进行调试：</a:t>
            </a:r>
          </a:p>
        </p:txBody>
      </p:sp>
      <p:pic>
        <p:nvPicPr>
          <p:cNvPr id="13317" name="Picture 2" descr="C:\Users\Administrator\AppData\Roaming\Tencent\Users\70004972\QQ\WinTemp\RichOle\1P`9(B9FMJEBGZA1(IB%J[J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30" y="2933700"/>
            <a:ext cx="1447800" cy="49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8" name="矩形 5"/>
          <p:cNvSpPr/>
          <p:nvPr/>
        </p:nvSpPr>
        <p:spPr>
          <a:xfrm>
            <a:off x="683568" y="2449513"/>
            <a:ext cx="4184650" cy="369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可以使用命令“</a:t>
            </a:r>
            <a:r>
              <a:rPr lang="en-US" altLang="zh-CN" dirty="0">
                <a:latin typeface="Arial" panose="020B0604020202020204" pitchFamily="34" charset="0"/>
              </a:rPr>
              <a:t>:quit”</a:t>
            </a:r>
            <a:r>
              <a:rPr lang="zh-CN" altLang="en-US" dirty="0">
                <a:latin typeface="Arial" panose="020B0604020202020204" pitchFamily="34" charset="0"/>
              </a:rPr>
              <a:t>退出</a:t>
            </a:r>
            <a:r>
              <a:rPr lang="en-US" altLang="zh-CN" dirty="0">
                <a:latin typeface="Arial" panose="020B0604020202020204" pitchFamily="34" charset="0"/>
              </a:rPr>
              <a:t>Spark Shell</a:t>
            </a:r>
            <a:r>
              <a:rPr lang="zh-CN" altLang="en-US" dirty="0">
                <a:latin typeface="Arial" panose="020B0604020202020204" pitchFamily="34" charset="0"/>
              </a:rPr>
              <a:t>：</a:t>
            </a:r>
          </a:p>
        </p:txBody>
      </p:sp>
      <p:sp>
        <p:nvSpPr>
          <p:cNvPr id="13319" name="矩形 6"/>
          <p:cNvSpPr/>
          <p:nvPr/>
        </p:nvSpPr>
        <p:spPr>
          <a:xfrm>
            <a:off x="611560" y="3645024"/>
            <a:ext cx="7086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或者，也可以直接使用“</a:t>
            </a:r>
            <a:r>
              <a:rPr lang="en-US" altLang="zh-CN" dirty="0">
                <a:latin typeface="Arial" panose="020B0604020202020204" pitchFamily="34" charset="0"/>
              </a:rPr>
              <a:t>Ctrl+D”</a:t>
            </a:r>
            <a:r>
              <a:rPr lang="zh-CN" altLang="en-US" dirty="0">
                <a:latin typeface="Arial" panose="020B0604020202020204" pitchFamily="34" charset="0"/>
              </a:rPr>
              <a:t>组合键，退出</a:t>
            </a:r>
            <a:r>
              <a:rPr lang="en-US" altLang="zh-CN" dirty="0">
                <a:latin typeface="Arial" panose="020B0604020202020204" pitchFamily="34" charset="0"/>
              </a:rPr>
              <a:t>Spark Shell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/>
      <p:bldP spid="13318" grpId="0"/>
      <p:bldP spid="1331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9.2 </a:t>
            </a:r>
            <a:r>
              <a:rPr lang="en-US" altLang="zh-CN" dirty="0"/>
              <a:t>Spark</a:t>
            </a:r>
            <a:r>
              <a:rPr lang="zh-CN" altLang="en-US" dirty="0"/>
              <a:t>基础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9.3 </a:t>
            </a:r>
            <a:r>
              <a:rPr lang="en-US" altLang="zh-CN" dirty="0">
                <a:solidFill>
                  <a:srgbClr val="FF0000"/>
                </a:solidFill>
              </a:rPr>
              <a:t>Spark RDD</a:t>
            </a:r>
          </a:p>
          <a:p>
            <a:pPr marL="0" indent="0">
              <a:buNone/>
            </a:pPr>
            <a:r>
              <a:rPr lang="en-US" altLang="zh-CN" dirty="0" smtClean="0"/>
              <a:t>9.4 </a:t>
            </a:r>
            <a:r>
              <a:rPr lang="en-US" altLang="zh-CN" dirty="0"/>
              <a:t>Spark SQL</a:t>
            </a:r>
          </a:p>
          <a:p>
            <a:pPr marL="0" indent="0">
              <a:buNone/>
            </a:pPr>
            <a:r>
              <a:rPr lang="en-US" altLang="zh-CN" dirty="0" smtClean="0"/>
              <a:t>9.5 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流计算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9.6 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机器学习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 </a:t>
            </a:r>
            <a:r>
              <a:rPr lang="en-US" altLang="zh-CN" dirty="0"/>
              <a:t>Spark RDD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9.3.1 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简介</a:t>
            </a:r>
            <a:endParaRPr lang="en-US" altLang="zh-CN" dirty="0" smtClean="0"/>
          </a:p>
          <a:p>
            <a:r>
              <a:rPr lang="en-US" altLang="zh-CN" dirty="0" smtClean="0"/>
              <a:t>9.3.2 </a:t>
            </a:r>
            <a:r>
              <a:rPr lang="zh-CN" altLang="en-US" dirty="0" smtClean="0"/>
              <a:t>工作原理</a:t>
            </a:r>
            <a:endParaRPr lang="en-US" altLang="zh-CN" dirty="0" smtClean="0"/>
          </a:p>
          <a:p>
            <a:r>
              <a:rPr lang="en-US" altLang="zh-CN" dirty="0" smtClean="0"/>
              <a:t>9.3.3 </a:t>
            </a:r>
            <a:r>
              <a:rPr lang="zh-CN" altLang="en-US" dirty="0" smtClean="0"/>
              <a:t>容错机制</a:t>
            </a:r>
            <a:endParaRPr lang="zh-CN" altLang="en-US" dirty="0"/>
          </a:p>
          <a:p>
            <a:r>
              <a:rPr lang="en-US" altLang="zh-CN" dirty="0" smtClean="0"/>
              <a:t>9.3.4 </a:t>
            </a:r>
            <a:r>
              <a:rPr lang="zh-CN" altLang="en-US" dirty="0" smtClean="0"/>
              <a:t>编程示例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9.3.1 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设计背景</a:t>
            </a:r>
            <a:endParaRPr lang="en-US" altLang="zh-CN" dirty="0"/>
          </a:p>
          <a:p>
            <a:pPr lvl="1"/>
            <a:r>
              <a:rPr lang="zh-CN" altLang="en-US" dirty="0"/>
              <a:t>许多迭代式算法（比如机器学习、图算法等）和交互式数据挖掘工具</a:t>
            </a:r>
            <a:r>
              <a:rPr lang="zh-CN" altLang="en-US" dirty="0" smtClean="0"/>
              <a:t>，不同</a:t>
            </a:r>
            <a:r>
              <a:rPr lang="zh-CN" altLang="en-US" dirty="0"/>
              <a:t>计算阶段之间会重用中间结果</a:t>
            </a:r>
          </a:p>
          <a:p>
            <a:pPr lvl="1"/>
            <a:r>
              <a:rPr lang="en-US" altLang="zh-CN" dirty="0" err="1" smtClean="0"/>
              <a:t>MapReduce</a:t>
            </a:r>
            <a:r>
              <a:rPr lang="zh-CN" altLang="en-US" dirty="0" smtClean="0"/>
              <a:t>计算框架把</a:t>
            </a:r>
            <a:r>
              <a:rPr lang="zh-CN" altLang="en-US" dirty="0"/>
              <a:t>中间结果写入到稳定存储（比如磁盘）中，带来了大量的数据复制、磁盘</a:t>
            </a:r>
            <a:r>
              <a:rPr lang="en-US" altLang="zh-CN" dirty="0"/>
              <a:t>IO</a:t>
            </a:r>
            <a:r>
              <a:rPr lang="zh-CN" altLang="en-US" dirty="0"/>
              <a:t>和序列化</a:t>
            </a:r>
            <a:r>
              <a:rPr lang="zh-CN" altLang="en-US" dirty="0" smtClean="0"/>
              <a:t>开销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9.3.1 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RDD</a:t>
            </a:r>
            <a:r>
              <a:rPr lang="zh-CN" altLang="en-US" dirty="0" smtClean="0"/>
              <a:t>是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中最基本的数据抽象，代表不可变、可分区和可并行计算的集合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是对分布式、只读的内存数据的抽象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支持丰富的操作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基于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之间的依赖关系可以生成</a:t>
            </a:r>
            <a:r>
              <a:rPr lang="en-US" altLang="zh-CN" dirty="0" smtClean="0"/>
              <a:t>DAG</a:t>
            </a:r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可以缓存在内存中，极大提高了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的读取效率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31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9.3.1 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RDD</a:t>
            </a:r>
            <a:r>
              <a:rPr lang="zh-CN" altLang="en-US" dirty="0"/>
              <a:t>是</a:t>
            </a:r>
            <a:r>
              <a:rPr lang="en-US" altLang="zh-CN" dirty="0"/>
              <a:t>Spark</a:t>
            </a:r>
            <a:r>
              <a:rPr lang="zh-CN" altLang="en-US" dirty="0"/>
              <a:t>中最基本的数据抽象，代表不可变、可分区和可并行计算的集合</a:t>
            </a:r>
            <a:endParaRPr lang="en-US" altLang="zh-CN" dirty="0"/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是对</a:t>
            </a:r>
            <a:r>
              <a:rPr lang="zh-CN" altLang="en-US" dirty="0" smtClean="0">
                <a:solidFill>
                  <a:srgbClr val="FF0000"/>
                </a:solidFill>
              </a:rPr>
              <a:t>分布式</a:t>
            </a:r>
            <a:r>
              <a:rPr lang="zh-CN" altLang="en-US" dirty="0" smtClean="0"/>
              <a:t>、只读的内存数据的抽象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RDD</a:t>
            </a:r>
            <a:r>
              <a:rPr lang="zh-CN" altLang="en-US" dirty="0"/>
              <a:t>在逻辑上分为多个</a:t>
            </a:r>
            <a:r>
              <a:rPr lang="zh-CN" altLang="en-US" dirty="0" smtClean="0"/>
              <a:t>分区</a:t>
            </a:r>
            <a:r>
              <a:rPr lang="zh-CN" altLang="en-US" dirty="0"/>
              <a:t>，可以在不同的节点上进行处理，从而提高计算效率</a:t>
            </a:r>
            <a:endParaRPr lang="en-US" altLang="zh-CN" dirty="0"/>
          </a:p>
          <a:p>
            <a:pPr lvl="2"/>
            <a:r>
              <a:rPr lang="zh-CN" altLang="en-US" dirty="0" smtClean="0"/>
              <a:t>分区</a:t>
            </a:r>
            <a:r>
              <a:rPr lang="zh-CN" altLang="en-US" dirty="0"/>
              <a:t>的个数决定了并行度，每一个分区的数据都在一个单独的任务上执行</a:t>
            </a:r>
            <a:endParaRPr lang="en-US" altLang="zh-CN" dirty="0"/>
          </a:p>
          <a:p>
            <a:pPr lvl="3"/>
            <a:r>
              <a:rPr lang="zh-CN" altLang="en-US" dirty="0"/>
              <a:t>如果没有指定分区数，</a:t>
            </a:r>
            <a:r>
              <a:rPr lang="en-US" altLang="zh-CN" dirty="0"/>
              <a:t>Spark</a:t>
            </a:r>
            <a:r>
              <a:rPr lang="zh-CN" altLang="en-US" dirty="0"/>
              <a:t>会采用默认的分区</a:t>
            </a:r>
            <a:r>
              <a:rPr lang="zh-CN" altLang="en-US" dirty="0" smtClean="0"/>
              <a:t>数（</a:t>
            </a:r>
            <a:r>
              <a:rPr lang="zh-CN" altLang="en-US" dirty="0"/>
              <a:t>程序运行时分配到的</a:t>
            </a:r>
            <a:r>
              <a:rPr lang="en-US" altLang="zh-CN" dirty="0"/>
              <a:t>CPU</a:t>
            </a:r>
            <a:r>
              <a:rPr lang="zh-CN" altLang="en-US" dirty="0"/>
              <a:t> 的核心</a:t>
            </a:r>
            <a:r>
              <a:rPr lang="zh-CN" altLang="en-US" dirty="0" smtClean="0"/>
              <a:t>数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32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9.3.1 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RDD</a:t>
            </a:r>
            <a:r>
              <a:rPr lang="zh-CN" altLang="en-US" dirty="0"/>
              <a:t>是</a:t>
            </a:r>
            <a:r>
              <a:rPr lang="en-US" altLang="zh-CN" dirty="0"/>
              <a:t>Spark</a:t>
            </a:r>
            <a:r>
              <a:rPr lang="zh-CN" altLang="en-US" dirty="0"/>
              <a:t>中最基本的数据抽象，代表不可变、可分区和可并行计算的集合</a:t>
            </a:r>
            <a:endParaRPr lang="en-US" altLang="zh-CN" dirty="0"/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是对分布式、</a:t>
            </a:r>
            <a:r>
              <a:rPr lang="zh-CN" altLang="en-US" dirty="0" smtClean="0">
                <a:solidFill>
                  <a:srgbClr val="FF0000"/>
                </a:solidFill>
              </a:rPr>
              <a:t>只读的</a:t>
            </a:r>
            <a:r>
              <a:rPr lang="zh-CN" altLang="en-US" dirty="0" smtClean="0"/>
              <a:t>内存数据的抽象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要想改变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中的数据，只能基于现有的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执行转换</a:t>
            </a:r>
            <a:r>
              <a:rPr lang="en-US" altLang="zh-CN" dirty="0" smtClean="0"/>
              <a:t>(transformation)</a:t>
            </a:r>
            <a:r>
              <a:rPr lang="zh-CN" altLang="en-US" dirty="0" smtClean="0"/>
              <a:t>操作生成新的</a:t>
            </a:r>
            <a:r>
              <a:rPr lang="en-US" altLang="zh-CN" dirty="0" smtClean="0"/>
              <a:t>RDD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33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501008"/>
            <a:ext cx="5760000" cy="26658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9.3.1 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RDD</a:t>
            </a:r>
            <a:r>
              <a:rPr lang="zh-CN" altLang="en-US" dirty="0" smtClean="0"/>
              <a:t>是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中最基本的数据抽象，代表不可变、可分区和可并行计算的集合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支持丰富的操作</a:t>
            </a:r>
            <a:endParaRPr lang="en-US" altLang="zh-CN" dirty="0" smtClean="0"/>
          </a:p>
          <a:p>
            <a:pPr lvl="2"/>
            <a:r>
              <a:rPr lang="zh-CN" altLang="en-US" dirty="0" smtClean="0">
                <a:solidFill>
                  <a:srgbClr val="FF0000"/>
                </a:solidFill>
              </a:rPr>
              <a:t>转换</a:t>
            </a:r>
            <a:r>
              <a:rPr lang="en-US" altLang="zh-CN" dirty="0">
                <a:solidFill>
                  <a:srgbClr val="FF0000"/>
                </a:solidFill>
              </a:rPr>
              <a:t>(transformation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r>
              <a:rPr lang="zh-CN" altLang="en-US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/>
              <a:t>操作：从现有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创建新的</a:t>
            </a:r>
            <a:r>
              <a:rPr lang="en-US" altLang="zh-CN" dirty="0" smtClean="0"/>
              <a:t>RDD</a:t>
            </a:r>
          </a:p>
          <a:p>
            <a:pPr lvl="2"/>
            <a:r>
              <a:rPr lang="zh-CN" altLang="en-US" dirty="0" smtClean="0">
                <a:solidFill>
                  <a:srgbClr val="FF0000"/>
                </a:solidFill>
              </a:rPr>
              <a:t>行动（</a:t>
            </a:r>
            <a:r>
              <a:rPr lang="en-US" altLang="zh-CN" dirty="0" smtClean="0">
                <a:solidFill>
                  <a:srgbClr val="FF0000"/>
                </a:solidFill>
              </a:rPr>
              <a:t>action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r>
              <a:rPr lang="zh-CN" altLang="en-US" dirty="0" smtClean="0"/>
              <a:t>操作：在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上进行计算，并将计算结果返回给驱动程序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34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常用的转换操作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00" y="1916832"/>
            <a:ext cx="7200000" cy="44814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常用</a:t>
            </a:r>
            <a:r>
              <a:rPr lang="zh-CN" altLang="en-US" dirty="0" smtClean="0"/>
              <a:t>的行动操作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88840"/>
            <a:ext cx="7200000" cy="30541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所有的转换操作都是</a:t>
            </a:r>
            <a:r>
              <a:rPr lang="zh-CN" altLang="en-US" dirty="0" smtClean="0">
                <a:solidFill>
                  <a:srgbClr val="FF0000"/>
                </a:solidFill>
              </a:rPr>
              <a:t>懒加载</a:t>
            </a:r>
            <a:r>
              <a:rPr lang="zh-CN" altLang="en-US" dirty="0" smtClean="0"/>
              <a:t>的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转换操作不会立即执行，而是先记录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之间的依赖关系，仅当行动操作出发时才会执行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的转换操作并进行计算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优点：</a:t>
            </a:r>
            <a:r>
              <a:rPr lang="zh-CN" altLang="en-US" dirty="0" smtClean="0"/>
              <a:t>能使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更好地对任务进行优化，从而使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的运行更加合理、高效。</a:t>
            </a:r>
            <a:endParaRPr lang="zh-CN" altLang="en-US" dirty="0"/>
          </a:p>
        </p:txBody>
      </p:sp>
      <p:grpSp>
        <p:nvGrpSpPr>
          <p:cNvPr id="5" name="组合 15"/>
          <p:cNvGrpSpPr/>
          <p:nvPr/>
        </p:nvGrpSpPr>
        <p:grpSpPr>
          <a:xfrm>
            <a:off x="1115616" y="3212976"/>
            <a:ext cx="7010400" cy="2057400"/>
            <a:chOff x="1295400" y="4114800"/>
            <a:chExt cx="6805613" cy="18288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5400" y="4191005"/>
              <a:ext cx="6805613" cy="175259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6705600" y="4800600"/>
              <a:ext cx="621382" cy="327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 smtClean="0">
                  <a:latin typeface="Arial" panose="020B0604020202020204" pitchFamily="34" charset="0"/>
                </a:rPr>
                <a:t>行动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163669" y="4114800"/>
              <a:ext cx="621382" cy="327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 smtClean="0">
                  <a:latin typeface="Arial" panose="020B0604020202020204" pitchFamily="34" charset="0"/>
                </a:rPr>
                <a:t>转换</a:t>
              </a:r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163669" y="5257800"/>
              <a:ext cx="621382" cy="327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转换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19600" y="4495800"/>
              <a:ext cx="621382" cy="327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转换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459069" y="5345669"/>
              <a:ext cx="621382" cy="327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转换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562600" y="4800600"/>
              <a:ext cx="621382" cy="327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/>
                <a:t>转换</a:t>
              </a:r>
            </a:p>
          </p:txBody>
        </p:sp>
        <p:sp>
          <p:nvSpPr>
            <p:cNvPr id="13" name="TextBox 7"/>
            <p:cNvSpPr txBox="1"/>
            <p:nvPr/>
          </p:nvSpPr>
          <p:spPr>
            <a:xfrm>
              <a:off x="1905000" y="4419600"/>
              <a:ext cx="621382" cy="327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</a:rPr>
                <a:t>创建</a:t>
              </a:r>
            </a:p>
          </p:txBody>
        </p:sp>
        <p:sp>
          <p:nvSpPr>
            <p:cNvPr id="14" name="TextBox 7"/>
            <p:cNvSpPr txBox="1"/>
            <p:nvPr/>
          </p:nvSpPr>
          <p:spPr>
            <a:xfrm>
              <a:off x="1944469" y="5410200"/>
              <a:ext cx="621382" cy="3273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</a:rPr>
                <a:t>创建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9.3.1 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RDD</a:t>
            </a:r>
            <a:r>
              <a:rPr lang="zh-CN" altLang="en-US" dirty="0" smtClean="0"/>
              <a:t>是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中最基本的数据抽象，代表不可变、可分区和可并行计算的集合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基于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之间的依赖关系可以生成</a:t>
            </a:r>
            <a:r>
              <a:rPr lang="en-US" altLang="zh-CN" dirty="0" smtClean="0">
                <a:solidFill>
                  <a:srgbClr val="FF0000"/>
                </a:solidFill>
              </a:rPr>
              <a:t>DAG</a:t>
            </a:r>
          </a:p>
          <a:p>
            <a:pPr lvl="2"/>
            <a:r>
              <a:rPr lang="en-US" altLang="zh-CN" dirty="0" smtClean="0"/>
              <a:t>DAG</a:t>
            </a:r>
            <a:r>
              <a:rPr lang="zh-CN" altLang="en-US" dirty="0" smtClean="0"/>
              <a:t>既描述了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之间的数据依赖关系，也描述了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之间的计算依赖关系。也就是说，</a:t>
            </a:r>
            <a:r>
              <a:rPr lang="en-US" altLang="zh-CN" dirty="0" smtClean="0"/>
              <a:t>DAG</a:t>
            </a:r>
            <a:r>
              <a:rPr lang="zh-CN" altLang="en-US" dirty="0" smtClean="0"/>
              <a:t>描述了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应用程序内的计算流程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这种依赖关系又称为</a:t>
            </a:r>
            <a:r>
              <a:rPr lang="en-US" altLang="zh-CN" dirty="0" smtClean="0"/>
              <a:t>“</a:t>
            </a:r>
            <a:r>
              <a:rPr lang="zh-CN" altLang="en-US" dirty="0" smtClean="0">
                <a:solidFill>
                  <a:srgbClr val="FF0000"/>
                </a:solidFill>
              </a:rPr>
              <a:t>血缘关系</a:t>
            </a:r>
            <a:r>
              <a:rPr lang="en-US" altLang="zh-CN" dirty="0" smtClean="0"/>
              <a:t>”（Lineage）</a:t>
            </a:r>
          </a:p>
          <a:p>
            <a:pPr lvl="3"/>
            <a:r>
              <a:rPr lang="zh-CN" altLang="en-US" dirty="0" smtClean="0"/>
              <a:t>当出现丢失分区数据时，可以快速进行分区重建，而不需要重新计算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的所有分区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当</a:t>
            </a:r>
            <a:r>
              <a:rPr lang="en-US" altLang="zh-CN" dirty="0" smtClean="0"/>
              <a:t>“</a:t>
            </a:r>
            <a:r>
              <a:rPr lang="zh-CN" altLang="en-US" dirty="0" smtClean="0"/>
              <a:t>血缘关系</a:t>
            </a:r>
            <a:r>
              <a:rPr lang="en-US" altLang="zh-CN" dirty="0" smtClean="0"/>
              <a:t>”</a:t>
            </a:r>
            <a:r>
              <a:rPr lang="zh-CN" altLang="en-US" dirty="0" smtClean="0"/>
              <a:t>较长，可以通过持久</a:t>
            </a:r>
            <a:r>
              <a:rPr lang="en-US" altLang="zh-CN" dirty="0"/>
              <a:t>“</a:t>
            </a:r>
            <a:r>
              <a:rPr lang="zh-CN" altLang="en-US" dirty="0"/>
              <a:t>血缘关系</a:t>
            </a:r>
            <a:r>
              <a:rPr lang="en-US" altLang="zh-CN" dirty="0" smtClean="0"/>
              <a:t>”</a:t>
            </a:r>
            <a:r>
              <a:rPr lang="zh-CN" altLang="en-US" dirty="0" smtClean="0"/>
              <a:t>来</a:t>
            </a:r>
            <a:r>
              <a:rPr lang="en-US" altLang="zh-CN" dirty="0" smtClean="0"/>
              <a:t> </a:t>
            </a:r>
            <a:r>
              <a:rPr lang="zh-CN" altLang="en-US" dirty="0" smtClean="0"/>
              <a:t>切断</a:t>
            </a:r>
            <a:r>
              <a:rPr lang="en-US" altLang="zh-CN" dirty="0" smtClean="0"/>
              <a:t>RDD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38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9.3.1 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RDD</a:t>
            </a:r>
            <a:r>
              <a:rPr lang="zh-CN" altLang="en-US" dirty="0" smtClean="0"/>
              <a:t>是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中最基本的数据抽象，代表不可变、可分区和可并行计算的集合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可以缓存在内存中，极大提高了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的读取效率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RDD</a:t>
            </a:r>
            <a:r>
              <a:rPr lang="zh-CN" altLang="en-US" dirty="0" smtClean="0"/>
              <a:t>对于迭代计算（数学计算、机器学习等）十分友好，这也是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要比</a:t>
            </a:r>
            <a:r>
              <a:rPr lang="en-US" altLang="zh-CN" dirty="0" smtClean="0"/>
              <a:t>Hadoop</a:t>
            </a:r>
            <a:r>
              <a:rPr lang="zh-CN" altLang="en-US" dirty="0" smtClean="0"/>
              <a:t>快的原因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39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RDD</a:t>
            </a:r>
            <a:r>
              <a:rPr lang="zh-CN" altLang="en-US" dirty="0" smtClean="0"/>
              <a:t>在每次转换操作后都会生成一个新的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，因此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之间存在前后依赖关系</a:t>
            </a:r>
            <a:endParaRPr lang="en-US" altLang="zh-CN" dirty="0" smtClean="0"/>
          </a:p>
          <a:p>
            <a:r>
              <a:rPr lang="en-US" altLang="zh-CN" dirty="0" smtClean="0"/>
              <a:t>RDD</a:t>
            </a:r>
            <a:r>
              <a:rPr lang="zh-CN" altLang="en-US" dirty="0" smtClean="0"/>
              <a:t>的依赖关系分为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窄依赖</a:t>
            </a:r>
            <a:r>
              <a:rPr lang="zh-CN" altLang="en-US" dirty="0" smtClean="0"/>
              <a:t>：父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的每个分区最多只对应子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的一个分区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宽依赖</a:t>
            </a:r>
            <a:r>
              <a:rPr lang="zh-CN" altLang="en-US" dirty="0" smtClean="0"/>
              <a:t>：子</a:t>
            </a:r>
            <a:r>
              <a:rPr lang="en-US" altLang="zh-CN" dirty="0"/>
              <a:t>RDD</a:t>
            </a:r>
            <a:r>
              <a:rPr lang="zh-CN" altLang="en-US" dirty="0" smtClean="0"/>
              <a:t>的分区依赖于父</a:t>
            </a:r>
            <a:r>
              <a:rPr lang="en-US" altLang="zh-CN" dirty="0"/>
              <a:t>RDD</a:t>
            </a:r>
            <a:r>
              <a:rPr lang="zh-CN" altLang="en-US" dirty="0" smtClean="0"/>
              <a:t>的多个分区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窄依赖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969957"/>
            <a:ext cx="4944937" cy="432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宽依赖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1052736"/>
            <a:ext cx="3277028" cy="54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 smtClean="0"/>
              <a:t>工作原理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</a:rPr>
              <a:t>区分窄依赖和宽依赖</a:t>
            </a:r>
            <a:r>
              <a:rPr lang="zh-CN" altLang="en-US" dirty="0" smtClean="0">
                <a:latin typeface="Arial" panose="020B0604020202020204" pitchFamily="34" charset="0"/>
              </a:rPr>
              <a:t>的依据：是否</a:t>
            </a:r>
            <a:r>
              <a:rPr lang="zh-CN" altLang="en-US" dirty="0">
                <a:latin typeface="Arial" panose="020B0604020202020204" pitchFamily="34" charset="0"/>
              </a:rPr>
              <a:t>包含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Shuffle</a:t>
            </a:r>
            <a:r>
              <a:rPr lang="zh-CN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操作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lvl="1"/>
            <a:r>
              <a:rPr lang="zh-CN" altLang="en-US" dirty="0" smtClean="0"/>
              <a:t>窄依赖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父子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对应的分区数据的计算操作可以并行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宽依赖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子</a:t>
            </a:r>
            <a:r>
              <a:rPr lang="en-US" altLang="zh-CN" dirty="0" smtClean="0"/>
              <a:t>RDD</a:t>
            </a:r>
            <a:r>
              <a:rPr lang="zh-CN" altLang="en-US" dirty="0" smtClean="0"/>
              <a:t>需要等待父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的分区数据的</a:t>
            </a:r>
            <a:r>
              <a:rPr lang="en-US" altLang="zh-CN" dirty="0" smtClean="0"/>
              <a:t>Shuffle</a:t>
            </a:r>
            <a:r>
              <a:rPr lang="zh-CN" altLang="en-US" dirty="0" smtClean="0"/>
              <a:t>操作完成后才能执行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应用程序中，若能使用窄依赖实现，就尽量不要使用宽依赖</a:t>
            </a:r>
            <a:endParaRPr lang="en-US" altLang="zh-CN" dirty="0" smtClean="0"/>
          </a:p>
          <a:p>
            <a:pPr lvl="1"/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/>
              <a:t>工作原理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DAG</a:t>
            </a:r>
            <a:r>
              <a:rPr lang="zh-CN" altLang="en-US" dirty="0" smtClean="0"/>
              <a:t>调度器通过分析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中分区之间的依赖关系决定如何划分</a:t>
            </a:r>
            <a:r>
              <a:rPr lang="en-US" altLang="zh-CN" dirty="0" smtClean="0"/>
              <a:t>Stage</a:t>
            </a:r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 smtClean="0"/>
              <a:t>RDD</a:t>
            </a:r>
            <a:r>
              <a:rPr lang="zh-CN" altLang="en-US" dirty="0" smtClean="0"/>
              <a:t>都是窄依赖，那么可以将</a:t>
            </a:r>
            <a:r>
              <a:rPr lang="en-US" altLang="zh-CN" dirty="0" smtClean="0"/>
              <a:t>RDD</a:t>
            </a:r>
            <a:r>
              <a:rPr lang="zh-CN" altLang="en-US" dirty="0" smtClean="0"/>
              <a:t>计算划分到同一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中；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如果遇到宽依赖，须将任务划分到另一个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中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/>
              <a:t>工作原理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Stage</a:t>
            </a:r>
            <a:r>
              <a:rPr lang="zh-CN" altLang="en-US" dirty="0" smtClean="0"/>
              <a:t>划分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916832"/>
            <a:ext cx="5040000" cy="45279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/>
              <a:t>工作原理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Stage</a:t>
            </a:r>
          </a:p>
          <a:p>
            <a:pPr lvl="1"/>
            <a:r>
              <a:rPr lang="en-US" altLang="zh-CN" dirty="0" smtClean="0"/>
              <a:t>Stage</a:t>
            </a:r>
            <a:r>
              <a:rPr lang="zh-CN" altLang="en-US" dirty="0" smtClean="0"/>
              <a:t>内部生成的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都是窄依赖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Stage</a:t>
            </a:r>
            <a:r>
              <a:rPr lang="zh-CN" altLang="en-US" dirty="0" smtClean="0"/>
              <a:t>内部</a:t>
            </a:r>
            <a:r>
              <a:rPr lang="en-US" altLang="zh-CN" dirty="0" smtClean="0"/>
              <a:t>RDD</a:t>
            </a:r>
            <a:r>
              <a:rPr lang="zh-CN" altLang="en-US" dirty="0" smtClean="0"/>
              <a:t>计算可以并行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Stage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和下一个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输入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之间是宽依赖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只有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之间的数据传输需要进行</a:t>
            </a:r>
            <a:r>
              <a:rPr lang="en-US" altLang="zh-CN" dirty="0" smtClean="0"/>
              <a:t>Shuffle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/>
              <a:t>工作原理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根据输出的不同，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中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分为：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ShuffleMapStage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ShuffleMapStage</a:t>
            </a:r>
            <a:r>
              <a:rPr lang="zh-CN" altLang="en-US" dirty="0" smtClean="0"/>
              <a:t>的输出作为另一个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的输入</a:t>
            </a:r>
            <a:endParaRPr lang="en-US" altLang="zh-CN" dirty="0"/>
          </a:p>
          <a:p>
            <a:pPr lvl="2"/>
            <a:r>
              <a:rPr lang="en-US" altLang="zh-CN" dirty="0" err="1"/>
              <a:t>ShuffleMapStage</a:t>
            </a:r>
            <a:r>
              <a:rPr lang="zh-CN" altLang="en-US" dirty="0"/>
              <a:t>的</a:t>
            </a:r>
            <a:r>
              <a:rPr lang="zh-CN" altLang="en-US" dirty="0" smtClean="0"/>
              <a:t>输出必须经过</a:t>
            </a:r>
            <a:r>
              <a:rPr lang="en-US" altLang="zh-CN" dirty="0" smtClean="0"/>
              <a:t>Shuffle</a:t>
            </a:r>
            <a:r>
              <a:rPr lang="zh-CN" altLang="en-US" dirty="0" smtClean="0"/>
              <a:t>过程，并作为后续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的输入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一个</a:t>
            </a:r>
            <a:r>
              <a:rPr lang="en-US" altLang="zh-CN" dirty="0" smtClean="0"/>
              <a:t>DAG</a:t>
            </a:r>
            <a:r>
              <a:rPr lang="zh-CN" altLang="en-US" dirty="0" smtClean="0"/>
              <a:t>可以不包含</a:t>
            </a:r>
            <a:r>
              <a:rPr lang="en-US" altLang="zh-CN" dirty="0" err="1"/>
              <a:t>ShuffleMapStage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ResultStage</a:t>
            </a:r>
            <a:endParaRPr lang="en-US" altLang="zh-CN" dirty="0" smtClean="0"/>
          </a:p>
          <a:p>
            <a:pPr lvl="2"/>
            <a:r>
              <a:rPr lang="en-US" altLang="zh-CN" dirty="0" err="1" smtClean="0"/>
              <a:t>ResultStage</a:t>
            </a:r>
            <a:r>
              <a:rPr lang="zh-CN" altLang="en-US" dirty="0" smtClean="0"/>
              <a:t>的输出直接产生最终的结果</a:t>
            </a:r>
            <a:endParaRPr lang="en-US" altLang="zh-CN" dirty="0" smtClean="0"/>
          </a:p>
          <a:p>
            <a:pPr lvl="2"/>
            <a:r>
              <a:rPr lang="zh-CN" altLang="en-US" dirty="0"/>
              <a:t>一个</a:t>
            </a:r>
            <a:r>
              <a:rPr lang="en-US" altLang="zh-CN" dirty="0" smtClean="0"/>
              <a:t>DAG</a:t>
            </a:r>
            <a:r>
              <a:rPr lang="zh-CN" altLang="en-US" dirty="0" smtClean="0"/>
              <a:t>肯定包含</a:t>
            </a:r>
            <a:r>
              <a:rPr lang="en-US" altLang="zh-CN" dirty="0" err="1"/>
              <a:t>ShuffleMapStage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/>
              <a:t>工作原理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Stage</a:t>
            </a:r>
            <a:r>
              <a:rPr lang="zh-CN" altLang="en-US" dirty="0" smtClean="0"/>
              <a:t>内部的数据传输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</a:t>
            </a:r>
            <a:r>
              <a:rPr lang="zh-CN" altLang="en-US" dirty="0" smtClean="0"/>
              <a:t>采用</a:t>
            </a:r>
            <a:r>
              <a:rPr lang="zh-CN" altLang="en-US" dirty="0" smtClean="0">
                <a:solidFill>
                  <a:srgbClr val="FF0000"/>
                </a:solidFill>
              </a:rPr>
              <a:t>流水线方式</a:t>
            </a:r>
            <a:r>
              <a:rPr lang="zh-CN" altLang="en-US" dirty="0" smtClean="0"/>
              <a:t>进行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内部的数据传输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</a:t>
            </a:r>
            <a:r>
              <a:rPr lang="zh-CN" altLang="en-US" dirty="0" smtClean="0"/>
              <a:t>根据每个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中分区个数决定启动的任务数量以执行该</a:t>
            </a:r>
            <a:r>
              <a:rPr lang="en-US" altLang="zh-CN" dirty="0" smtClean="0"/>
              <a:t>Stage</a:t>
            </a:r>
            <a:r>
              <a:rPr lang="zh-CN" altLang="en-US" dirty="0" smtClean="0"/>
              <a:t>中的操作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180877"/>
            <a:ext cx="5760000" cy="31201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/>
              <a:t>工作原理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Stage</a:t>
            </a:r>
            <a:r>
              <a:rPr lang="zh-CN" altLang="en-US" dirty="0" smtClean="0"/>
              <a:t>之间的</a:t>
            </a:r>
            <a:r>
              <a:rPr lang="zh-CN" altLang="en-US" dirty="0"/>
              <a:t>数据</a:t>
            </a:r>
            <a:r>
              <a:rPr lang="zh-CN" altLang="en-US" dirty="0" smtClean="0"/>
              <a:t>传输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Stage</a:t>
            </a:r>
            <a:r>
              <a:rPr lang="zh-CN" altLang="en-US" dirty="0" smtClean="0"/>
              <a:t>之间的数据传输需要进行</a:t>
            </a:r>
            <a:r>
              <a:rPr lang="en-US" altLang="zh-CN" dirty="0" smtClean="0"/>
              <a:t>Shuffle</a:t>
            </a:r>
            <a:r>
              <a:rPr lang="zh-CN" altLang="en-US" dirty="0" smtClean="0"/>
              <a:t>，可分为</a:t>
            </a:r>
            <a:r>
              <a:rPr lang="en-US" altLang="zh-CN" dirty="0" smtClean="0"/>
              <a:t>Shuffle Write</a:t>
            </a:r>
            <a:r>
              <a:rPr lang="zh-CN" altLang="en-US" dirty="0" smtClean="0"/>
              <a:t>和</a:t>
            </a:r>
            <a:r>
              <a:rPr lang="en-US" altLang="zh-CN" dirty="0" smtClean="0"/>
              <a:t>Shuffle Read</a:t>
            </a:r>
            <a:r>
              <a:rPr lang="zh-CN" altLang="en-US" dirty="0" smtClean="0"/>
              <a:t>两个阶段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0000"/>
                </a:solidFill>
              </a:rPr>
              <a:t>Shuffle Write </a:t>
            </a:r>
            <a:r>
              <a:rPr lang="zh-CN" altLang="en-US" dirty="0" smtClean="0">
                <a:solidFill>
                  <a:srgbClr val="FF0000"/>
                </a:solidFill>
              </a:rPr>
              <a:t>阶段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ShuffleMapTask</a:t>
            </a:r>
            <a:r>
              <a:rPr lang="zh-CN" altLang="en-US" dirty="0" smtClean="0"/>
              <a:t>需要将输出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的记录按照分区函数</a:t>
            </a:r>
            <a:r>
              <a:rPr lang="en-US" altLang="zh-CN" dirty="0" smtClean="0"/>
              <a:t>partition</a:t>
            </a:r>
            <a:r>
              <a:rPr lang="zh-CN" altLang="en-US" dirty="0" smtClean="0"/>
              <a:t>，划分到相应的</a:t>
            </a:r>
            <a:r>
              <a:rPr lang="en-US" altLang="zh-CN" dirty="0" smtClean="0"/>
              <a:t>bucket</a:t>
            </a:r>
            <a:r>
              <a:rPr lang="zh-CN" altLang="en-US" dirty="0" smtClean="0"/>
              <a:t>中并物化到本地磁盘形成</a:t>
            </a:r>
            <a:r>
              <a:rPr lang="en-US" altLang="zh-CN" dirty="0" err="1" smtClean="0"/>
              <a:t>ShuffleblockFile</a:t>
            </a:r>
            <a:endParaRPr lang="en-US" altLang="zh-CN" dirty="0" smtClean="0"/>
          </a:p>
          <a:p>
            <a:pPr lvl="2"/>
            <a:r>
              <a:rPr lang="en-US" altLang="zh-CN" dirty="0" smtClean="0">
                <a:solidFill>
                  <a:srgbClr val="FF0000"/>
                </a:solidFill>
              </a:rPr>
              <a:t>Shuffle Read</a:t>
            </a:r>
            <a:r>
              <a:rPr lang="zh-CN" altLang="en-US" dirty="0" smtClean="0">
                <a:solidFill>
                  <a:srgbClr val="FF0000"/>
                </a:solidFill>
              </a:rPr>
              <a:t>阶段</a:t>
            </a:r>
            <a:r>
              <a:rPr lang="zh-CN" altLang="en-US" dirty="0" smtClean="0"/>
              <a:t>：</a:t>
            </a:r>
            <a:r>
              <a:rPr lang="en-US" altLang="zh-CN" dirty="0"/>
              <a:t> </a:t>
            </a:r>
            <a:r>
              <a:rPr lang="en-US" altLang="zh-CN" dirty="0" err="1" smtClean="0"/>
              <a:t>ShuffleMapTask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ResultTask</a:t>
            </a:r>
            <a:r>
              <a:rPr lang="zh-CN" altLang="en-US" dirty="0" smtClean="0"/>
              <a:t>根据</a:t>
            </a:r>
            <a:r>
              <a:rPr lang="en-US" altLang="zh-CN" dirty="0" smtClean="0"/>
              <a:t>partition</a:t>
            </a:r>
            <a:r>
              <a:rPr lang="zh-CN" altLang="en-US" dirty="0" smtClean="0"/>
              <a:t>函数读取相应的</a:t>
            </a:r>
            <a:r>
              <a:rPr lang="en-US" altLang="zh-CN" dirty="0" err="1" smtClean="0"/>
              <a:t>ShuffleblockFile</a:t>
            </a:r>
            <a:r>
              <a:rPr lang="zh-CN" altLang="en-US" dirty="0" smtClean="0"/>
              <a:t>，并将其存入缓冲区并继续后续的计算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9.3.2 </a:t>
            </a:r>
            <a:r>
              <a:rPr lang="zh-CN" altLang="en-US" dirty="0"/>
              <a:t>工作原理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Stage</a:t>
            </a:r>
            <a:r>
              <a:rPr lang="zh-CN" altLang="en-US" dirty="0" smtClean="0"/>
              <a:t>之间的</a:t>
            </a:r>
            <a:r>
              <a:rPr lang="zh-CN" altLang="en-US" dirty="0"/>
              <a:t>数据</a:t>
            </a:r>
            <a:r>
              <a:rPr lang="zh-CN" altLang="en-US" dirty="0" smtClean="0"/>
              <a:t>传输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060848"/>
            <a:ext cx="5760000" cy="41553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</a:t>
            </a:r>
            <a:r>
              <a:rPr lang="zh-CN" altLang="en-US" dirty="0" smtClean="0"/>
              <a:t>机制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从</a:t>
            </a:r>
            <a:r>
              <a:rPr lang="en-US" altLang="zh-CN" dirty="0" smtClean="0"/>
              <a:t>RDD</a:t>
            </a:r>
            <a:r>
              <a:rPr lang="zh-CN" altLang="en-US" dirty="0" smtClean="0"/>
              <a:t>计算的角度来看，</a:t>
            </a:r>
            <a:r>
              <a:rPr lang="en-US" altLang="zh-CN" dirty="0" smtClean="0"/>
              <a:t>Worker</a:t>
            </a:r>
            <a:r>
              <a:rPr lang="zh-CN" altLang="en-US" dirty="0" smtClean="0"/>
              <a:t>或</a:t>
            </a:r>
            <a:r>
              <a:rPr lang="en-US" altLang="zh-CN" dirty="0" smtClean="0"/>
              <a:t>Executor</a:t>
            </a:r>
            <a:r>
              <a:rPr lang="zh-CN" altLang="en-US" dirty="0" smtClean="0"/>
              <a:t>故障将导致部分</a:t>
            </a:r>
            <a:r>
              <a:rPr lang="en-US" altLang="zh-CN" dirty="0" smtClean="0"/>
              <a:t>RDD</a:t>
            </a:r>
            <a:r>
              <a:rPr lang="zh-CN" altLang="en-US" dirty="0" smtClean="0"/>
              <a:t>或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中的某些分区丢失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如何恢复丢失的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或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分区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RDD</a:t>
            </a:r>
            <a:r>
              <a:rPr lang="zh-CN" altLang="en-US" dirty="0" smtClean="0"/>
              <a:t>持久化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Work</a:t>
            </a:r>
            <a:r>
              <a:rPr lang="zh-CN" altLang="en-US" dirty="0" smtClean="0"/>
              <a:t>进程可以管理一定大小的内存，主要用于存储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和计算过程中需要存储的其他辅助信息等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由于计算过程中会不断产生新的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，因此系统无法将所有的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均存储在内存中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一旦达到相应存储空间的阈值，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会使用置换算法（如</a:t>
            </a:r>
            <a:r>
              <a:rPr lang="en-US" altLang="zh-CN" dirty="0" smtClean="0"/>
              <a:t>LRU</a:t>
            </a:r>
            <a:r>
              <a:rPr lang="zh-CN" altLang="en-US" dirty="0" smtClean="0"/>
              <a:t>（</a:t>
            </a:r>
            <a:r>
              <a:rPr lang="en-US" altLang="zh-CN" dirty="0" smtClean="0"/>
              <a:t>Least Recently Used）</a:t>
            </a:r>
            <a:r>
              <a:rPr lang="zh-CN" altLang="en-US" dirty="0" smtClean="0"/>
              <a:t>）对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缓存数据进行回收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如果不做任何声明，这些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将被直接丢弃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某些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后续可能会被再次使用，用户在编程时可以标明该</a:t>
            </a:r>
            <a:r>
              <a:rPr lang="en-US" altLang="zh-CN" dirty="0" smtClean="0"/>
              <a:t>RDD</a:t>
            </a:r>
            <a:r>
              <a:rPr lang="zh-CN" altLang="en-US" dirty="0" smtClean="0"/>
              <a:t>需要持久化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RDD</a:t>
            </a:r>
            <a:r>
              <a:rPr lang="zh-CN" altLang="en-US" dirty="0" smtClean="0"/>
              <a:t>持久化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</a:t>
            </a:r>
            <a:r>
              <a:rPr lang="zh-CN" altLang="en-US" dirty="0" smtClean="0"/>
              <a:t>应用程序可以使用</a:t>
            </a:r>
            <a:r>
              <a:rPr lang="en-US" altLang="zh-CN" dirty="0" smtClean="0">
                <a:solidFill>
                  <a:srgbClr val="FF0000"/>
                </a:solidFill>
              </a:rPr>
              <a:t>persist(</a:t>
            </a:r>
            <a:r>
              <a:rPr lang="en-US" altLang="zh-CN" dirty="0" err="1" smtClean="0">
                <a:solidFill>
                  <a:srgbClr val="FF0000"/>
                </a:solidFill>
              </a:rPr>
              <a:t>Storagelevel</a:t>
            </a:r>
            <a:r>
              <a:rPr lang="en-US" altLang="zh-CN" dirty="0" smtClean="0">
                <a:solidFill>
                  <a:srgbClr val="FF0000"/>
                </a:solidFill>
              </a:rPr>
              <a:t>)</a:t>
            </a:r>
            <a:r>
              <a:rPr lang="zh-CN" altLang="en-US" dirty="0" smtClean="0"/>
              <a:t>方法或</a:t>
            </a:r>
            <a:r>
              <a:rPr lang="en-US" altLang="zh-CN" dirty="0" smtClean="0">
                <a:solidFill>
                  <a:srgbClr val="FF0000"/>
                </a:solidFill>
              </a:rPr>
              <a:t>cache()</a:t>
            </a:r>
            <a:r>
              <a:rPr lang="zh-CN" altLang="en-US" dirty="0" smtClean="0"/>
              <a:t>方法将</a:t>
            </a:r>
            <a:r>
              <a:rPr lang="en-US" altLang="zh-CN" dirty="0" smtClean="0"/>
              <a:t>RDD</a:t>
            </a:r>
            <a:r>
              <a:rPr lang="zh-CN" altLang="en-US" dirty="0" smtClean="0"/>
              <a:t>持久化</a:t>
            </a:r>
            <a:endParaRPr lang="en-US" altLang="zh-CN" dirty="0" smtClean="0"/>
          </a:p>
          <a:p>
            <a:pPr lvl="2"/>
            <a:r>
              <a:rPr lang="en-US" altLang="zh-CN" dirty="0"/>
              <a:t>cache</a:t>
            </a:r>
            <a:r>
              <a:rPr lang="en-US" altLang="zh-CN" dirty="0" smtClean="0"/>
              <a:t>()</a:t>
            </a:r>
            <a:r>
              <a:rPr lang="zh-CN" altLang="en-US" dirty="0" smtClean="0"/>
              <a:t>只支持在内存中缓存数据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persist()</a:t>
            </a:r>
            <a:r>
              <a:rPr lang="zh-CN" altLang="en-US" dirty="0" smtClean="0"/>
              <a:t>可以根据持久化级别配置不同的缓存级别</a:t>
            </a:r>
            <a:endParaRPr lang="en-US" altLang="zh-CN" dirty="0" smtClean="0"/>
          </a:p>
          <a:p>
            <a:pPr lvl="2"/>
            <a:endParaRPr lang="en-US" altLang="zh-CN" dirty="0"/>
          </a:p>
          <a:p>
            <a:pPr lvl="2"/>
            <a:r>
              <a:rPr lang="zh-CN" altLang="en-US" dirty="0" smtClean="0"/>
              <a:t>可以通过</a:t>
            </a:r>
            <a:r>
              <a:rPr lang="en-US" altLang="zh-CN" dirty="0" err="1"/>
              <a:t>unpersist</a:t>
            </a:r>
            <a:r>
              <a:rPr lang="en-US" altLang="zh-CN" dirty="0"/>
              <a:t>()</a:t>
            </a:r>
            <a:r>
              <a:rPr lang="zh-CN" altLang="en-US" dirty="0"/>
              <a:t>方法释放缓存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err="1"/>
              <a:t>Storagelevel</a:t>
            </a:r>
            <a:r>
              <a:rPr lang="zh-CN" altLang="en-US" dirty="0"/>
              <a:t>的常见参数</a:t>
            </a:r>
          </a:p>
          <a:p>
            <a:pPr lvl="1"/>
            <a:r>
              <a:rPr lang="en-US" altLang="zh-CN" dirty="0" smtClean="0">
                <a:solidFill>
                  <a:srgbClr val="FF0000"/>
                </a:solidFill>
              </a:rPr>
              <a:t>MEMORY_ONLY</a:t>
            </a:r>
            <a:r>
              <a:rPr lang="en-US" altLang="zh-CN" dirty="0" smtClean="0"/>
              <a:t>:</a:t>
            </a:r>
            <a:r>
              <a:rPr lang="zh-CN" altLang="en-US" dirty="0" smtClean="0"/>
              <a:t>持久化到内存中，如果内存不足，则放弃持久化。这是</a:t>
            </a:r>
            <a:r>
              <a:rPr lang="en-US" altLang="zh-CN" dirty="0" smtClean="0"/>
              <a:t>RDD</a:t>
            </a:r>
            <a:r>
              <a:rPr lang="zh-CN" altLang="en-US" dirty="0" smtClean="0"/>
              <a:t>默认</a:t>
            </a:r>
            <a:r>
              <a:rPr lang="zh-CN" altLang="en-US" dirty="0"/>
              <a:t>的持久化</a:t>
            </a:r>
            <a:r>
              <a:rPr lang="zh-CN" altLang="en-US" dirty="0" smtClean="0"/>
              <a:t>级别。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MEMORY_AND_DISK</a:t>
            </a:r>
            <a:r>
              <a:rPr lang="zh-CN" altLang="en-US" dirty="0" smtClean="0"/>
              <a:t>：先尝试持久</a:t>
            </a:r>
            <a:r>
              <a:rPr lang="zh-CN" altLang="en-US" dirty="0"/>
              <a:t>化到内存中，如果内存不足，</a:t>
            </a:r>
            <a:r>
              <a:rPr lang="zh-CN" altLang="en-US" dirty="0" smtClean="0"/>
              <a:t>则将持久化到磁盘上。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MEMORY_ONLY_SER</a:t>
            </a:r>
            <a:r>
              <a:rPr lang="zh-CN" altLang="en-US" dirty="0" smtClean="0"/>
              <a:t>：以序列化的方式持久到内存中，</a:t>
            </a:r>
            <a:r>
              <a:rPr lang="en-US" altLang="zh-CN" dirty="0" smtClean="0"/>
              <a:t>RDD</a:t>
            </a:r>
            <a:r>
              <a:rPr lang="zh-CN" altLang="en-US" dirty="0" smtClean="0"/>
              <a:t>每个分区将被序列为一个字节数组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MEMORY_AND_DISK_SER</a:t>
            </a:r>
            <a:r>
              <a:rPr lang="zh-CN" altLang="en-US" dirty="0" smtClean="0"/>
              <a:t>：</a:t>
            </a:r>
            <a:r>
              <a:rPr lang="zh-CN" altLang="en-US" dirty="0"/>
              <a:t>以序列化的方式持久到</a:t>
            </a:r>
            <a:r>
              <a:rPr lang="zh-CN" altLang="en-US" dirty="0" smtClean="0"/>
              <a:t>内存或磁盘中。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DISK_ONLY</a:t>
            </a:r>
            <a:r>
              <a:rPr lang="zh-CN" altLang="en-US" dirty="0" smtClean="0"/>
              <a:t>：持久化到磁盘中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MEMORY_ONLY_2</a:t>
            </a:r>
            <a:r>
              <a:rPr lang="zh-CN" altLang="en-US" dirty="0" smtClean="0"/>
              <a:t>：持久化方式同</a:t>
            </a:r>
            <a:r>
              <a:rPr lang="en-US" altLang="zh-CN" dirty="0" smtClean="0"/>
              <a:t>MEMORY_ONLY</a:t>
            </a:r>
            <a:r>
              <a:rPr lang="zh-CN" altLang="en-US" dirty="0" smtClean="0"/>
              <a:t>，但持久化的数据都会赋值一份，并保存到其他节点上。</a:t>
            </a:r>
            <a:endParaRPr lang="en-US" altLang="zh-CN" dirty="0" smtClean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MEMORY_AND_DISK_2</a:t>
            </a:r>
            <a:r>
              <a:rPr lang="zh-CN" altLang="en-US" dirty="0" smtClean="0"/>
              <a:t>：</a:t>
            </a:r>
            <a:r>
              <a:rPr lang="zh-CN" altLang="en-US" dirty="0"/>
              <a:t>持久化方式</a:t>
            </a:r>
            <a:r>
              <a:rPr lang="zh-CN" altLang="en-US" dirty="0" smtClean="0"/>
              <a:t>同</a:t>
            </a:r>
            <a:r>
              <a:rPr lang="en-US" altLang="zh-CN" dirty="0"/>
              <a:t>MEMORY_AND_DISK</a:t>
            </a:r>
            <a:r>
              <a:rPr lang="zh-CN" altLang="en-US" dirty="0" smtClean="0"/>
              <a:t>，</a:t>
            </a:r>
            <a:r>
              <a:rPr lang="zh-CN" altLang="en-US" dirty="0"/>
              <a:t>但持久化的数据都会赋值一份，并保存到其他节点上。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故障恢复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SparkContext</a:t>
            </a:r>
            <a:r>
              <a:rPr lang="zh-CN" altLang="en-US" dirty="0" smtClean="0"/>
              <a:t>维护了记录</a:t>
            </a:r>
            <a:r>
              <a:rPr lang="en-US" altLang="zh-CN" dirty="0" smtClean="0"/>
              <a:t>RDD</a:t>
            </a:r>
            <a:r>
              <a:rPr lang="zh-CN" altLang="en-US" dirty="0" smtClean="0"/>
              <a:t>转换操作的</a:t>
            </a:r>
            <a:r>
              <a:rPr lang="en-US" altLang="zh-CN" dirty="0" smtClean="0"/>
              <a:t>DAG</a:t>
            </a:r>
            <a:r>
              <a:rPr lang="zh-CN" altLang="en-US" dirty="0" smtClean="0"/>
              <a:t>，即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的血缘关系</a:t>
            </a:r>
            <a:r>
              <a:rPr lang="en-US" altLang="zh-CN" dirty="0" smtClean="0"/>
              <a:t>(Linage)</a:t>
            </a:r>
          </a:p>
          <a:p>
            <a:pPr lvl="1"/>
            <a:r>
              <a:rPr lang="zh-CN" altLang="en-US" dirty="0" smtClean="0"/>
              <a:t>当某一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的部分分区丢失时，其可以通过</a:t>
            </a:r>
            <a:r>
              <a:rPr lang="zh-CN" altLang="en-US" dirty="0"/>
              <a:t>血缘关系</a:t>
            </a:r>
            <a:r>
              <a:rPr lang="en-US" altLang="zh-CN" dirty="0" smtClean="0"/>
              <a:t>(Linage)</a:t>
            </a:r>
            <a:r>
              <a:rPr lang="zh-CN" altLang="en-US" dirty="0" smtClean="0"/>
              <a:t>获取足够的信息以重新运算和恢复丢失的数据分区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结合计算过程中的某些持久化的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和</a:t>
            </a:r>
            <a:r>
              <a:rPr lang="zh-CN" altLang="en-US" dirty="0"/>
              <a:t>血缘关系</a:t>
            </a:r>
            <a:r>
              <a:rPr lang="en-US" altLang="zh-CN" dirty="0"/>
              <a:t>(Linage</a:t>
            </a:r>
            <a:r>
              <a:rPr lang="en-US" altLang="zh-CN" dirty="0" smtClean="0"/>
              <a:t>)</a:t>
            </a:r>
            <a:r>
              <a:rPr lang="zh-CN" altLang="en-US" dirty="0" smtClean="0"/>
              <a:t>即可进行故障恢复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故障恢复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窄依赖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只需要重新计算丢失的分区数据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822400"/>
            <a:ext cx="4008833" cy="350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故障恢复</a:t>
            </a:r>
            <a:endParaRPr lang="en-US" altLang="zh-CN" dirty="0" smtClean="0"/>
          </a:p>
          <a:p>
            <a:pPr lvl="1"/>
            <a:r>
              <a:rPr lang="zh-CN" altLang="en-US" dirty="0"/>
              <a:t>宽</a:t>
            </a:r>
            <a:r>
              <a:rPr lang="zh-CN" altLang="en-US" dirty="0" smtClean="0"/>
              <a:t>依赖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需重新计算父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中的所有数据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1342590"/>
            <a:ext cx="2971502" cy="48965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虽然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的持久化可以提供一定程度的多备份，但是多个备份的物理机器可能同时发生故障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极端情况下，系统只维护了当前产生的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并且</a:t>
            </a:r>
            <a:r>
              <a:rPr lang="en-US" altLang="zh-CN" dirty="0" smtClean="0"/>
              <a:t>Lineage</a:t>
            </a:r>
            <a:r>
              <a:rPr lang="zh-CN" altLang="en-US" dirty="0" smtClean="0"/>
              <a:t>较长，此时故障将导致系统的恢复过程根据</a:t>
            </a:r>
            <a:r>
              <a:rPr lang="en-US" altLang="zh-CN" dirty="0" smtClean="0"/>
              <a:t>RDD Lineage</a:t>
            </a:r>
            <a:r>
              <a:rPr lang="zh-CN" altLang="en-US" dirty="0" smtClean="0"/>
              <a:t>重新开始计算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如果</a:t>
            </a:r>
            <a:r>
              <a:rPr lang="en-US" altLang="zh-CN" dirty="0"/>
              <a:t>RDD </a:t>
            </a:r>
            <a:r>
              <a:rPr lang="en-US" altLang="zh-CN" dirty="0" smtClean="0"/>
              <a:t>Lineage</a:t>
            </a:r>
            <a:r>
              <a:rPr lang="zh-CN" altLang="en-US" dirty="0" smtClean="0"/>
              <a:t>中存在大量宽依赖，则恢复过程代价较高</a:t>
            </a:r>
            <a:r>
              <a:rPr lang="en-US" altLang="zh-CN" dirty="0" smtClean="0"/>
              <a:t> </a:t>
            </a:r>
          </a:p>
          <a:p>
            <a:r>
              <a:rPr lang="zh-CN" altLang="en-US" dirty="0" smtClean="0"/>
              <a:t>因此，在</a:t>
            </a:r>
            <a:r>
              <a:rPr lang="en-US" altLang="zh-CN" dirty="0" smtClean="0"/>
              <a:t>Lineage</a:t>
            </a:r>
            <a:r>
              <a:rPr lang="zh-CN" altLang="en-US" dirty="0" smtClean="0"/>
              <a:t>较长尤其是存在宽依赖时，可以在适当的时机设置检查点（</a:t>
            </a:r>
            <a:r>
              <a:rPr lang="en-US" altLang="zh-CN" dirty="0" smtClean="0"/>
              <a:t>checkpoint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检查点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检查点是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提供的一种基于快照的缓存机制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当需要计算的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过于复杂时，为了避免任务执行失败后重新计算之前的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，可以通过设置检查点将结果持久化到磁盘上或</a:t>
            </a:r>
            <a:r>
              <a:rPr lang="en-US" altLang="zh-CN" dirty="0" smtClean="0"/>
              <a:t>HDFS</a:t>
            </a:r>
            <a:r>
              <a:rPr lang="zh-CN" altLang="en-US" dirty="0" smtClean="0"/>
              <a:t>上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429000"/>
            <a:ext cx="4680000" cy="31417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9.3.3 </a:t>
            </a:r>
            <a:r>
              <a:rPr lang="zh-CN" altLang="en-US" dirty="0"/>
              <a:t>容错机制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检查点和</a:t>
            </a:r>
            <a:r>
              <a:rPr lang="zh-CN" altLang="en-US" dirty="0"/>
              <a:t>持久</a:t>
            </a:r>
            <a:r>
              <a:rPr lang="zh-CN" altLang="en-US" dirty="0" smtClean="0"/>
              <a:t>化的区别</a:t>
            </a:r>
            <a:endParaRPr lang="en-US" altLang="zh-CN" dirty="0" smtClean="0"/>
          </a:p>
          <a:p>
            <a:pPr lvl="1"/>
            <a:r>
              <a:rPr lang="zh-CN" altLang="en-US" dirty="0"/>
              <a:t>持久</a:t>
            </a:r>
            <a:r>
              <a:rPr lang="zh-CN" altLang="en-US" dirty="0" smtClean="0"/>
              <a:t>化</a:t>
            </a:r>
            <a:endParaRPr lang="en-US" altLang="zh-CN" dirty="0" smtClean="0"/>
          </a:p>
          <a:p>
            <a:pPr lvl="2"/>
            <a:r>
              <a:rPr lang="zh-CN" altLang="en-US" dirty="0"/>
              <a:t>保存在本地的内存或</a:t>
            </a:r>
            <a:r>
              <a:rPr lang="zh-CN" altLang="en-US" dirty="0" smtClean="0"/>
              <a:t>磁盘</a:t>
            </a:r>
            <a:endParaRPr lang="en-US" altLang="zh-CN" dirty="0" smtClean="0"/>
          </a:p>
          <a:p>
            <a:pPr lvl="2"/>
            <a:r>
              <a:rPr lang="zh-CN" altLang="en-US" dirty="0"/>
              <a:t>程序结束后会被清除或者调用</a:t>
            </a:r>
            <a:r>
              <a:rPr lang="en-US" altLang="zh-CN" dirty="0" err="1"/>
              <a:t>unpersist</a:t>
            </a:r>
            <a:r>
              <a:rPr lang="zh-CN" altLang="en-US" dirty="0"/>
              <a:t>方法</a:t>
            </a:r>
            <a:r>
              <a:rPr lang="zh-CN" altLang="en-US" dirty="0" smtClean="0"/>
              <a:t>清除</a:t>
            </a:r>
            <a:endParaRPr lang="en-US" altLang="zh-CN" dirty="0" smtClean="0"/>
          </a:p>
          <a:p>
            <a:pPr lvl="2"/>
            <a:r>
              <a:rPr lang="zh-CN" altLang="en-US" dirty="0"/>
              <a:t>保存的是</a:t>
            </a:r>
            <a:r>
              <a:rPr lang="en-US" altLang="zh-CN" dirty="0"/>
              <a:t>RDD</a:t>
            </a:r>
            <a:r>
              <a:rPr lang="zh-CN" altLang="en-US" dirty="0"/>
              <a:t>，会保留</a:t>
            </a:r>
            <a:r>
              <a:rPr lang="en-US" altLang="zh-CN" dirty="0"/>
              <a:t>RDD</a:t>
            </a:r>
            <a:r>
              <a:rPr lang="zh-CN" altLang="en-US" dirty="0"/>
              <a:t>的血脉</a:t>
            </a:r>
            <a:r>
              <a:rPr lang="zh-CN" altLang="en-US" dirty="0" smtClean="0"/>
              <a:t>关系</a:t>
            </a:r>
            <a:endParaRPr lang="en-US" altLang="zh-CN" dirty="0"/>
          </a:p>
          <a:p>
            <a:pPr lvl="1"/>
            <a:r>
              <a:rPr lang="zh-CN" altLang="en-US" dirty="0"/>
              <a:t>	</a:t>
            </a:r>
            <a:r>
              <a:rPr lang="zh-CN" altLang="en-US" dirty="0" smtClean="0"/>
              <a:t>检查点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保存</a:t>
            </a:r>
            <a:r>
              <a:rPr lang="zh-CN" altLang="en-US" dirty="0"/>
              <a:t>在可靠的存储系统（</a:t>
            </a:r>
            <a:r>
              <a:rPr lang="en-US" altLang="zh-CN" dirty="0"/>
              <a:t>HDFS</a:t>
            </a:r>
            <a:r>
              <a:rPr lang="zh-CN" altLang="en-US" dirty="0"/>
              <a:t>）中</a:t>
            </a:r>
          </a:p>
          <a:p>
            <a:pPr lvl="2"/>
            <a:r>
              <a:rPr lang="zh-CN" altLang="en-US" dirty="0" smtClean="0"/>
              <a:t>程序</a:t>
            </a:r>
            <a:r>
              <a:rPr lang="zh-CN" altLang="en-US" dirty="0"/>
              <a:t>结束后依然存在，只能手动清除</a:t>
            </a:r>
          </a:p>
          <a:p>
            <a:pPr lvl="2"/>
            <a:r>
              <a:rPr lang="zh-CN" altLang="en-US" dirty="0" smtClean="0"/>
              <a:t>保存</a:t>
            </a:r>
            <a:r>
              <a:rPr lang="zh-CN" altLang="en-US" dirty="0"/>
              <a:t>的是</a:t>
            </a:r>
            <a:r>
              <a:rPr lang="en-US" altLang="zh-CN" dirty="0"/>
              <a:t>RDD</a:t>
            </a:r>
            <a:r>
              <a:rPr lang="zh-CN" altLang="en-US" dirty="0"/>
              <a:t>的数据，不包含血脉关系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创建</a:t>
            </a:r>
            <a:r>
              <a:rPr lang="en-US" altLang="zh-CN" dirty="0" smtClean="0"/>
              <a:t>RDD</a:t>
            </a:r>
          </a:p>
          <a:p>
            <a:pPr lvl="1"/>
            <a:r>
              <a:rPr lang="en-US" altLang="zh-CN" dirty="0" smtClean="0"/>
              <a:t>1.</a:t>
            </a:r>
            <a:r>
              <a:rPr lang="zh-CN" altLang="en-US" dirty="0"/>
              <a:t>通过并行集合（数组）创建</a:t>
            </a:r>
            <a:r>
              <a:rPr lang="en-US" altLang="zh-CN" dirty="0" smtClean="0"/>
              <a:t>RDD</a:t>
            </a:r>
          </a:p>
          <a:p>
            <a:pPr lvl="2"/>
            <a:r>
              <a:rPr lang="zh-CN" altLang="en-US" dirty="0"/>
              <a:t>可以调用</a:t>
            </a:r>
            <a:r>
              <a:rPr lang="en-US" altLang="zh-CN" dirty="0" err="1"/>
              <a:t>SparkContext</a:t>
            </a:r>
            <a:r>
              <a:rPr lang="zh-CN" altLang="en-US" dirty="0"/>
              <a:t>的</a:t>
            </a:r>
            <a:r>
              <a:rPr lang="en-US" altLang="zh-CN" dirty="0"/>
              <a:t>parallelize</a:t>
            </a:r>
            <a:r>
              <a:rPr lang="zh-CN" altLang="en-US" dirty="0"/>
              <a:t>方法，在</a:t>
            </a:r>
            <a:r>
              <a:rPr lang="en-US" altLang="zh-CN" dirty="0"/>
              <a:t>Driver</a:t>
            </a:r>
            <a:r>
              <a:rPr lang="zh-CN" altLang="en-US" dirty="0"/>
              <a:t>中一个已经存在的集合</a:t>
            </a:r>
            <a:r>
              <a:rPr lang="zh-CN" altLang="en-US" dirty="0" smtClean="0"/>
              <a:t>（如数组、列表）</a:t>
            </a:r>
            <a:r>
              <a:rPr lang="zh-CN" altLang="en-US" dirty="0"/>
              <a:t>上创建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endParaRPr lang="en-US" altLang="zh-CN" dirty="0"/>
          </a:p>
        </p:txBody>
      </p:sp>
      <p:pic>
        <p:nvPicPr>
          <p:cNvPr id="4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3140968"/>
            <a:ext cx="2880320" cy="218005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创建</a:t>
            </a:r>
            <a:r>
              <a:rPr lang="en-US" altLang="zh-CN" dirty="0" smtClean="0"/>
              <a:t>RDD</a:t>
            </a:r>
          </a:p>
          <a:p>
            <a:pPr lvl="1"/>
            <a:r>
              <a:rPr lang="en-US" altLang="zh-CN" dirty="0" smtClean="0">
                <a:latin typeface="Arial" panose="020B0604020202020204" pitchFamily="34" charset="0"/>
              </a:rPr>
              <a:t>2.</a:t>
            </a:r>
            <a:r>
              <a:rPr lang="zh-CN" altLang="en-US" dirty="0" smtClean="0">
                <a:latin typeface="Arial" panose="020B0604020202020204" pitchFamily="34" charset="0"/>
              </a:rPr>
              <a:t>从文件系统中加载数据创建</a:t>
            </a:r>
            <a:r>
              <a:rPr lang="en-US" altLang="zh-CN" dirty="0" smtClean="0"/>
              <a:t>RDD</a:t>
            </a:r>
          </a:p>
          <a:p>
            <a:pPr lvl="2"/>
            <a:r>
              <a:rPr lang="en-US" altLang="zh-CN" dirty="0" smtClean="0"/>
              <a:t>Spark</a:t>
            </a:r>
            <a:r>
              <a:rPr lang="zh-CN" altLang="en-US" dirty="0"/>
              <a:t>采用</a:t>
            </a:r>
            <a:r>
              <a:rPr lang="en-US" altLang="zh-CN" dirty="0" err="1"/>
              <a:t>textFile</a:t>
            </a:r>
            <a:r>
              <a:rPr lang="en-US" altLang="zh-CN" dirty="0"/>
              <a:t>()</a:t>
            </a:r>
            <a:r>
              <a:rPr lang="zh-CN" altLang="en-US" dirty="0"/>
              <a:t>方法来从文件系统中加载数据创建</a:t>
            </a:r>
            <a:r>
              <a:rPr lang="en-US" altLang="zh-CN" dirty="0" smtClean="0"/>
              <a:t>RDD</a:t>
            </a:r>
          </a:p>
          <a:p>
            <a:pPr lvl="2"/>
            <a:r>
              <a:rPr lang="zh-CN" altLang="en-US" dirty="0" smtClean="0"/>
              <a:t>该</a:t>
            </a:r>
            <a:r>
              <a:rPr lang="zh-CN" altLang="en-US" dirty="0"/>
              <a:t>方法把文件的</a:t>
            </a:r>
            <a:r>
              <a:rPr lang="en-US" altLang="zh-CN" dirty="0"/>
              <a:t>URI</a:t>
            </a:r>
            <a:r>
              <a:rPr lang="zh-CN" altLang="en-US" dirty="0"/>
              <a:t>作为参数，这个</a:t>
            </a:r>
            <a:r>
              <a:rPr lang="en-US" altLang="zh-CN" dirty="0"/>
              <a:t>URI</a:t>
            </a:r>
            <a:r>
              <a:rPr lang="zh-CN" altLang="en-US" dirty="0"/>
              <a:t>可以是：</a:t>
            </a:r>
            <a:endParaRPr lang="en-US" altLang="zh-CN" dirty="0"/>
          </a:p>
          <a:p>
            <a:pPr lvl="3"/>
            <a:r>
              <a:rPr lang="zh-CN" altLang="en-US" dirty="0"/>
              <a:t>本地文件系统的地址</a:t>
            </a:r>
            <a:endParaRPr lang="en-US" altLang="zh-CN" dirty="0"/>
          </a:p>
          <a:p>
            <a:pPr lvl="3"/>
            <a:r>
              <a:rPr lang="zh-CN" altLang="en-US" dirty="0"/>
              <a:t>或者是分布式文件系统</a:t>
            </a:r>
            <a:r>
              <a:rPr lang="en-US" altLang="zh-CN" dirty="0"/>
              <a:t>HDFS</a:t>
            </a:r>
            <a:r>
              <a:rPr lang="zh-CN" altLang="en-US" dirty="0"/>
              <a:t>的地址</a:t>
            </a:r>
            <a:endParaRPr lang="en-US" altLang="zh-CN" dirty="0"/>
          </a:p>
          <a:p>
            <a:pPr lvl="3"/>
            <a:r>
              <a:rPr lang="zh-CN" altLang="en-US" dirty="0"/>
              <a:t>或者是</a:t>
            </a:r>
            <a:r>
              <a:rPr lang="en-US" altLang="zh-CN" dirty="0"/>
              <a:t>Amazon S3</a:t>
            </a:r>
            <a:r>
              <a:rPr lang="zh-CN" altLang="en-US" dirty="0"/>
              <a:t>的</a:t>
            </a:r>
            <a:r>
              <a:rPr lang="zh-CN" altLang="en-US" dirty="0" smtClean="0"/>
              <a:t>地址等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latin typeface="Arial" panose="020B0604020202020204" pitchFamily="34" charset="0"/>
              </a:rPr>
              <a:t>设置分区的个数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lvl="1"/>
            <a:r>
              <a:rPr lang="zh-CN" altLang="zh-CN" dirty="0"/>
              <a:t>创建</a:t>
            </a:r>
            <a:r>
              <a:rPr lang="en-US" altLang="zh-CN" dirty="0"/>
              <a:t>RDD</a:t>
            </a:r>
            <a:r>
              <a:rPr lang="zh-CN" altLang="zh-CN" dirty="0"/>
              <a:t>时手动指定分区</a:t>
            </a:r>
            <a:r>
              <a:rPr lang="zh-CN" altLang="zh-CN" dirty="0" smtClean="0"/>
              <a:t>个数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在</a:t>
            </a:r>
            <a:r>
              <a:rPr lang="zh-CN" altLang="en-US" dirty="0"/>
              <a:t>调用</a:t>
            </a:r>
            <a:r>
              <a:rPr lang="en-US" altLang="zh-CN" dirty="0" err="1"/>
              <a:t>textFile</a:t>
            </a:r>
            <a:r>
              <a:rPr lang="en-US" altLang="zh-CN" dirty="0"/>
              <a:t>()</a:t>
            </a:r>
            <a:r>
              <a:rPr lang="zh-CN" altLang="en-US" dirty="0"/>
              <a:t>和</a:t>
            </a:r>
            <a:r>
              <a:rPr lang="en-US" altLang="zh-CN" dirty="0"/>
              <a:t>parallelize()</a:t>
            </a:r>
            <a:r>
              <a:rPr lang="zh-CN" altLang="en-US" dirty="0"/>
              <a:t>方法的时候手动指定分区个数</a:t>
            </a:r>
            <a:endParaRPr lang="en-US" altLang="zh-CN" dirty="0"/>
          </a:p>
          <a:p>
            <a:pPr lvl="1"/>
            <a:r>
              <a:rPr lang="zh-CN" altLang="zh-CN" dirty="0"/>
              <a:t>使用</a:t>
            </a:r>
            <a:r>
              <a:rPr lang="en-US" altLang="zh-CN" dirty="0" err="1"/>
              <a:t>reparititon</a:t>
            </a:r>
            <a:r>
              <a:rPr lang="zh-CN" altLang="zh-CN" dirty="0"/>
              <a:t>方法重新设置分区个数</a:t>
            </a:r>
            <a:endParaRPr lang="en-US" altLang="zh-CN" dirty="0"/>
          </a:p>
          <a:p>
            <a:pPr lvl="2"/>
            <a:r>
              <a:rPr lang="zh-CN" altLang="zh-CN" dirty="0" smtClean="0"/>
              <a:t>通过</a:t>
            </a:r>
            <a:r>
              <a:rPr lang="zh-CN" altLang="en-US" dirty="0" smtClean="0"/>
              <a:t>转换</a:t>
            </a:r>
            <a:r>
              <a:rPr lang="zh-CN" altLang="zh-CN" dirty="0" smtClean="0"/>
              <a:t>操作</a:t>
            </a:r>
            <a:r>
              <a:rPr lang="zh-CN" altLang="zh-CN" dirty="0"/>
              <a:t>得到新</a:t>
            </a:r>
            <a:r>
              <a:rPr lang="en-US" altLang="zh-CN" dirty="0"/>
              <a:t> RDD </a:t>
            </a:r>
            <a:r>
              <a:rPr lang="zh-CN" altLang="zh-CN" dirty="0"/>
              <a:t>时，直接调用</a:t>
            </a:r>
            <a:r>
              <a:rPr lang="en-US" altLang="zh-CN" dirty="0"/>
              <a:t> repartition </a:t>
            </a:r>
            <a:r>
              <a:rPr lang="zh-CN" altLang="zh-CN" dirty="0"/>
              <a:t>方法即可</a:t>
            </a:r>
            <a:endParaRPr lang="en-US" altLang="zh-CN" dirty="0"/>
          </a:p>
          <a:p>
            <a:pPr lvl="1"/>
            <a:endParaRPr lang="zh-CN" altLang="en-US" b="1" dirty="0"/>
          </a:p>
          <a:p>
            <a:pPr marL="457200" lvl="1" indent="0">
              <a:buNone/>
            </a:pPr>
            <a:endParaRPr lang="zh-CN" altLang="en-US" dirty="0" smtClean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>
                <a:latin typeface="Arial" panose="020B0604020202020204" pitchFamily="34" charset="0"/>
              </a:rPr>
              <a:t>自定义分区</a:t>
            </a:r>
            <a:r>
              <a:rPr lang="zh-CN" altLang="zh-CN" dirty="0" smtClean="0">
                <a:latin typeface="Arial" panose="020B0604020202020204" pitchFamily="34" charset="0"/>
              </a:rPr>
              <a:t>方法</a:t>
            </a:r>
            <a:endParaRPr lang="en-US" altLang="zh-CN" dirty="0" smtClean="0">
              <a:latin typeface="Arial" panose="020B0604020202020204" pitchFamily="34" charset="0"/>
            </a:endParaRPr>
          </a:p>
          <a:p>
            <a:pPr lvl="1"/>
            <a:r>
              <a:rPr lang="en-US" altLang="zh-CN" dirty="0"/>
              <a:t>Spark</a:t>
            </a:r>
            <a:r>
              <a:rPr lang="zh-CN" altLang="zh-CN" dirty="0"/>
              <a:t>提供了自带的</a:t>
            </a:r>
            <a:r>
              <a:rPr lang="en-US" altLang="zh-CN" dirty="0" err="1"/>
              <a:t>HashPartitioner</a:t>
            </a:r>
            <a:r>
              <a:rPr lang="zh-CN" altLang="zh-CN" dirty="0"/>
              <a:t>（哈希分区）与</a:t>
            </a:r>
            <a:r>
              <a:rPr lang="en-US" altLang="zh-CN" dirty="0" err="1"/>
              <a:t>RangePartitioner</a:t>
            </a:r>
            <a:r>
              <a:rPr lang="zh-CN" altLang="zh-CN" dirty="0"/>
              <a:t>（区域分区），能够满足大多数应用场景的需求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</a:t>
            </a:r>
            <a:r>
              <a:rPr lang="zh-CN" altLang="zh-CN" dirty="0"/>
              <a:t>也支持自定义</a:t>
            </a:r>
            <a:r>
              <a:rPr lang="zh-CN" altLang="zh-CN" dirty="0" smtClean="0"/>
              <a:t>分区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zh-CN" dirty="0" smtClean="0">
                <a:latin typeface="Arial" panose="020B0604020202020204" pitchFamily="34" charset="0"/>
              </a:rPr>
              <a:t>要</a:t>
            </a:r>
            <a:r>
              <a:rPr lang="zh-CN" altLang="zh-CN" dirty="0">
                <a:latin typeface="Arial" panose="020B0604020202020204" pitchFamily="34" charset="0"/>
              </a:rPr>
              <a:t>实现自定义分区，需要定义一个类，这个自定义类需要继承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org.apache.spark.Partitioner</a:t>
            </a:r>
            <a:r>
              <a:rPr lang="zh-CN" altLang="zh-CN" dirty="0">
                <a:solidFill>
                  <a:srgbClr val="FF0000"/>
                </a:solidFill>
                <a:latin typeface="Arial" panose="020B0604020202020204" pitchFamily="34" charset="0"/>
              </a:rPr>
              <a:t>类</a:t>
            </a:r>
            <a:r>
              <a:rPr lang="zh-CN" altLang="zh-CN" dirty="0">
                <a:latin typeface="Arial" panose="020B0604020202020204" pitchFamily="34" charset="0"/>
              </a:rPr>
              <a:t>，并实现下面三个方法：</a:t>
            </a:r>
          </a:p>
          <a:p>
            <a:pPr lvl="3"/>
            <a:r>
              <a:rPr lang="en-US" altLang="zh-CN" dirty="0" err="1">
                <a:latin typeface="Arial" panose="020B0604020202020204" pitchFamily="34" charset="0"/>
              </a:rPr>
              <a:t>numPartitions</a:t>
            </a:r>
            <a:r>
              <a:rPr lang="en-US" altLang="zh-CN" dirty="0">
                <a:latin typeface="Arial" panose="020B0604020202020204" pitchFamily="34" charset="0"/>
              </a:rPr>
              <a:t>: 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zh-CN" dirty="0">
                <a:latin typeface="Arial" panose="020B0604020202020204" pitchFamily="34" charset="0"/>
              </a:rPr>
              <a:t>返回创建出来的分区数</a:t>
            </a:r>
          </a:p>
          <a:p>
            <a:pPr lvl="3"/>
            <a:r>
              <a:rPr lang="en-US" altLang="zh-CN" dirty="0" err="1">
                <a:latin typeface="Arial" panose="020B0604020202020204" pitchFamily="34" charset="0"/>
              </a:rPr>
              <a:t>getPartition</a:t>
            </a:r>
            <a:r>
              <a:rPr lang="en-US" altLang="zh-CN" dirty="0">
                <a:latin typeface="Arial" panose="020B0604020202020204" pitchFamily="34" charset="0"/>
              </a:rPr>
              <a:t>(key: Any): 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zh-CN" altLang="zh-CN" dirty="0">
                <a:latin typeface="Arial" panose="020B0604020202020204" pitchFamily="34" charset="0"/>
              </a:rPr>
              <a:t>返回给定键的分区编号（</a:t>
            </a:r>
            <a:r>
              <a:rPr lang="en-US" altLang="zh-CN" dirty="0">
                <a:latin typeface="Arial" panose="020B0604020202020204" pitchFamily="34" charset="0"/>
              </a:rPr>
              <a:t>0</a:t>
            </a:r>
            <a:r>
              <a:rPr lang="zh-CN" altLang="zh-CN" dirty="0">
                <a:latin typeface="Arial" panose="020B0604020202020204" pitchFamily="34" charset="0"/>
              </a:rPr>
              <a:t>到</a:t>
            </a:r>
            <a:r>
              <a:rPr lang="en-US" altLang="zh-CN" dirty="0">
                <a:latin typeface="Arial" panose="020B0604020202020204" pitchFamily="34" charset="0"/>
              </a:rPr>
              <a:t>numPartitions-1</a:t>
            </a:r>
            <a:r>
              <a:rPr lang="zh-CN" altLang="zh-CN" dirty="0">
                <a:latin typeface="Arial" panose="020B0604020202020204" pitchFamily="34" charset="0"/>
              </a:rPr>
              <a:t>）</a:t>
            </a:r>
          </a:p>
          <a:p>
            <a:pPr lvl="3"/>
            <a:r>
              <a:rPr lang="en-US" altLang="zh-CN" dirty="0">
                <a:latin typeface="Arial" panose="020B0604020202020204" pitchFamily="34" charset="0"/>
              </a:rPr>
              <a:t>equals()  Java</a:t>
            </a:r>
            <a:r>
              <a:rPr lang="zh-CN" altLang="zh-CN" dirty="0">
                <a:latin typeface="Arial" panose="020B0604020202020204" pitchFamily="34" charset="0"/>
              </a:rPr>
              <a:t>判断相等性的标准方法</a:t>
            </a:r>
            <a:endParaRPr lang="zh-CN" altLang="en-US" dirty="0">
              <a:latin typeface="Arial" panose="020B0604020202020204" pitchFamily="34" charset="0"/>
            </a:endParaRPr>
          </a:p>
          <a:p>
            <a:pPr lvl="1"/>
            <a:endParaRPr lang="zh-CN" altLang="en-US" dirty="0"/>
          </a:p>
          <a:p>
            <a:pPr lvl="1"/>
            <a:endParaRPr lang="zh-CN" altLang="en-US" dirty="0">
              <a:latin typeface="Arial" panose="020B0604020202020204" pitchFamily="34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</a:t>
            </a:r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一个简单的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示例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988840"/>
            <a:ext cx="7560840" cy="27194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</a:t>
            </a:r>
            <a:r>
              <a:rPr lang="zh-CN" altLang="en-US" dirty="0" smtClean="0"/>
              <a:t>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一个简单的</a:t>
            </a:r>
            <a:r>
              <a:rPr lang="en-US" altLang="zh-CN" dirty="0" smtClean="0"/>
              <a:t>RDD</a:t>
            </a:r>
            <a:r>
              <a:rPr lang="zh-CN" altLang="en-US" dirty="0" smtClean="0"/>
              <a:t>示例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060848"/>
            <a:ext cx="6552728" cy="31309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Spark</a:t>
            </a:r>
            <a:r>
              <a:rPr lang="zh-CN" altLang="en-US" dirty="0" smtClean="0"/>
              <a:t>广播变量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</a:t>
            </a:r>
            <a:r>
              <a:rPr lang="zh-CN" altLang="en-US" dirty="0" smtClean="0"/>
              <a:t>支持使用有效的广播算法分发广播变量，以降低通信成本</a:t>
            </a:r>
            <a:endParaRPr lang="en-US" altLang="zh-CN" dirty="0" smtClean="0"/>
          </a:p>
          <a:p>
            <a:pPr lvl="1"/>
            <a:r>
              <a:rPr lang="en-US" altLang="zh-CN" dirty="0"/>
              <a:t>Spark</a:t>
            </a:r>
            <a:r>
              <a:rPr lang="zh-CN" altLang="en-US" dirty="0"/>
              <a:t>广播变量会自动广播每个阶段的任务所需的公共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这些数据已经以序列化形式存在系统中；在任务运行期间，当需要这些数据时，对它们进行反序列化操作即可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4149080"/>
            <a:ext cx="4320000" cy="24849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广播变量的优势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可以节省内存，避免内存溢出问题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减少网络传输数据量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广播变量把数据缓存在内存中，提高了计算速度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3212976"/>
            <a:ext cx="5823324" cy="32506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9.3.4 </a:t>
            </a:r>
            <a:r>
              <a:rPr lang="zh-CN" altLang="en-US" dirty="0"/>
              <a:t>编程示例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使用广播变量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SparkContext</a:t>
            </a:r>
            <a:r>
              <a:rPr lang="zh-CN" altLang="en-US" dirty="0" smtClean="0"/>
              <a:t>通过</a:t>
            </a:r>
            <a:r>
              <a:rPr lang="en-US" altLang="zh-CN" dirty="0" err="1" smtClean="0"/>
              <a:t>newBroadcast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方法创建广播变量，并通过</a:t>
            </a:r>
            <a:r>
              <a:rPr lang="en-US" altLang="zh-CN" dirty="0" err="1" smtClean="0"/>
              <a:t>BroadcastManager</a:t>
            </a:r>
            <a:r>
              <a:rPr lang="zh-CN" altLang="en-US" dirty="0" smtClean="0"/>
              <a:t>将广播变量发送到每个节点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当广播变量不再使用时，使用</a:t>
            </a:r>
            <a:r>
              <a:rPr lang="en-US" altLang="zh-CN" dirty="0" err="1" smtClean="0"/>
              <a:t>unpersist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方法释放广播变量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3842241"/>
            <a:ext cx="6192688" cy="3008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smtClean="0"/>
              <a:t>9.1 </a:t>
            </a:r>
            <a:r>
              <a:rPr lang="en-US" altLang="zh-CN" dirty="0"/>
              <a:t>Spark</a:t>
            </a:r>
            <a:r>
              <a:rPr lang="zh-CN" altLang="en-US" dirty="0"/>
              <a:t>概述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9.2 </a:t>
            </a:r>
            <a:r>
              <a:rPr lang="en-US" altLang="zh-CN" dirty="0"/>
              <a:t>Spark</a:t>
            </a:r>
            <a:r>
              <a:rPr lang="zh-CN" altLang="en-US" dirty="0"/>
              <a:t>基础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9.3 </a:t>
            </a:r>
            <a:r>
              <a:rPr lang="en-US" altLang="zh-CN" dirty="0"/>
              <a:t>Spark RDD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9.4 </a:t>
            </a:r>
            <a:r>
              <a:rPr lang="en-US" altLang="zh-CN" dirty="0">
                <a:solidFill>
                  <a:srgbClr val="FF0000"/>
                </a:solidFill>
              </a:rPr>
              <a:t>Spark SQL</a:t>
            </a:r>
          </a:p>
          <a:p>
            <a:pPr marL="0" indent="0">
              <a:buNone/>
            </a:pPr>
            <a:r>
              <a:rPr lang="en-US" altLang="zh-CN" dirty="0" smtClean="0"/>
              <a:t>9.5 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流计算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9.6 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机器学习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70</a:t>
            </a:fld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 </a:t>
            </a:r>
            <a:r>
              <a:rPr lang="en-US" altLang="zh-CN" dirty="0"/>
              <a:t>Spark </a:t>
            </a:r>
            <a:r>
              <a:rPr lang="en-US" altLang="zh-CN" dirty="0" smtClean="0"/>
              <a:t>SQL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9.4.1 </a:t>
            </a:r>
            <a:r>
              <a:rPr lang="en-US" altLang="zh-CN" dirty="0"/>
              <a:t>Spark </a:t>
            </a:r>
            <a:r>
              <a:rPr lang="en-US" altLang="zh-CN" dirty="0" smtClean="0"/>
              <a:t>SQL</a:t>
            </a:r>
            <a:r>
              <a:rPr lang="zh-CN" altLang="en-US" dirty="0" smtClean="0"/>
              <a:t>基础</a:t>
            </a:r>
            <a:endParaRPr lang="en-US" altLang="zh-CN" dirty="0" smtClean="0"/>
          </a:p>
          <a:p>
            <a:r>
              <a:rPr lang="en-US" altLang="zh-CN" dirty="0" smtClean="0"/>
              <a:t>9.4.2 </a:t>
            </a:r>
            <a:r>
              <a:rPr lang="en-US" altLang="zh-CN" dirty="0" smtClean="0"/>
              <a:t>Spark SQL</a:t>
            </a:r>
            <a:r>
              <a:rPr lang="zh-CN" altLang="en-US" dirty="0" smtClean="0"/>
              <a:t>编程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9.4.1 </a:t>
            </a:r>
            <a:r>
              <a:rPr lang="en-US" altLang="zh-CN" dirty="0"/>
              <a:t>Spark SQL</a:t>
            </a:r>
            <a:r>
              <a:rPr lang="zh-CN" altLang="en-US" dirty="0"/>
              <a:t>基础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Spark SQL</a:t>
            </a:r>
            <a:r>
              <a:rPr lang="zh-CN" altLang="en-US" dirty="0"/>
              <a:t>是</a:t>
            </a:r>
            <a:r>
              <a:rPr lang="en-US" altLang="zh-CN" dirty="0"/>
              <a:t>Spark</a:t>
            </a:r>
            <a:r>
              <a:rPr lang="zh-CN" altLang="en-US" dirty="0"/>
              <a:t>用来处理结构化数据的一个模块，它提供了</a:t>
            </a:r>
            <a:r>
              <a:rPr lang="en-US" altLang="zh-CN" dirty="0"/>
              <a:t>2</a:t>
            </a:r>
            <a:r>
              <a:rPr lang="zh-CN" altLang="en-US" dirty="0"/>
              <a:t>个编程抽象：</a:t>
            </a:r>
            <a:r>
              <a:rPr lang="en-US" altLang="zh-CN" dirty="0" err="1">
                <a:solidFill>
                  <a:srgbClr val="FF0000"/>
                </a:solidFill>
              </a:rPr>
              <a:t>DataFrame</a:t>
            </a:r>
            <a:r>
              <a:rPr lang="zh-CN" altLang="en-US" dirty="0"/>
              <a:t>和</a:t>
            </a:r>
            <a:r>
              <a:rPr lang="en-US" altLang="zh-CN" dirty="0" err="1">
                <a:solidFill>
                  <a:srgbClr val="FF0000"/>
                </a:solidFill>
              </a:rPr>
              <a:t>DataSet</a:t>
            </a:r>
            <a:r>
              <a:rPr lang="zh-CN" altLang="en-US" dirty="0"/>
              <a:t>，并且作为分布式</a:t>
            </a:r>
            <a:r>
              <a:rPr lang="en-US" altLang="zh-CN" dirty="0"/>
              <a:t>SQL</a:t>
            </a:r>
            <a:r>
              <a:rPr lang="zh-CN" altLang="en-US" dirty="0"/>
              <a:t>查询引擎的作用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9.4.1 </a:t>
            </a:r>
            <a:r>
              <a:rPr lang="en-US" altLang="zh-CN" dirty="0"/>
              <a:t>Spark SQL</a:t>
            </a:r>
            <a:r>
              <a:rPr lang="zh-CN" altLang="en-US" dirty="0"/>
              <a:t>基础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DataFrame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DataFrame</a:t>
            </a:r>
            <a:r>
              <a:rPr lang="zh-CN" altLang="en-US" dirty="0" smtClean="0"/>
              <a:t>是一种分布式数据集合，其中的每一条数据都由多个字段组成</a:t>
            </a:r>
            <a:endParaRPr lang="en-US" altLang="zh-CN" dirty="0" smtClean="0"/>
          </a:p>
          <a:p>
            <a:pPr lvl="2"/>
            <a:r>
              <a:rPr lang="en-US" altLang="zh-CN" dirty="0">
                <a:latin typeface="Arial" panose="020B0604020202020204" pitchFamily="34" charset="0"/>
              </a:rPr>
              <a:t>RDD</a:t>
            </a:r>
            <a:r>
              <a:rPr lang="zh-CN" altLang="en-US" dirty="0">
                <a:latin typeface="Arial" panose="020B0604020202020204" pitchFamily="34" charset="0"/>
              </a:rPr>
              <a:t>是</a:t>
            </a:r>
            <a:r>
              <a:rPr lang="zh-CN" altLang="en-US" dirty="0" smtClean="0">
                <a:latin typeface="Arial" panose="020B0604020202020204" pitchFamily="34" charset="0"/>
              </a:rPr>
              <a:t>分布式对象</a:t>
            </a:r>
            <a:r>
              <a:rPr lang="zh-CN" altLang="en-US" dirty="0">
                <a:latin typeface="Arial" panose="020B0604020202020204" pitchFamily="34" charset="0"/>
              </a:rPr>
              <a:t>的集合，</a:t>
            </a:r>
            <a:r>
              <a:rPr lang="zh-CN" altLang="en-US" dirty="0" smtClean="0">
                <a:latin typeface="Arial" panose="020B0604020202020204" pitchFamily="34" charset="0"/>
              </a:rPr>
              <a:t>但对象</a:t>
            </a:r>
            <a:r>
              <a:rPr lang="zh-CN" altLang="en-US" dirty="0">
                <a:latin typeface="Arial" panose="020B0604020202020204" pitchFamily="34" charset="0"/>
              </a:rPr>
              <a:t>内部结构对于</a:t>
            </a:r>
            <a:r>
              <a:rPr lang="en-US" altLang="zh-CN" dirty="0">
                <a:latin typeface="Arial" panose="020B0604020202020204" pitchFamily="34" charset="0"/>
              </a:rPr>
              <a:t>RDD</a:t>
            </a:r>
            <a:r>
              <a:rPr lang="zh-CN" altLang="en-US" dirty="0">
                <a:latin typeface="Arial" panose="020B0604020202020204" pitchFamily="34" charset="0"/>
              </a:rPr>
              <a:t>而言却是不可知的</a:t>
            </a:r>
            <a:endParaRPr lang="en-US" altLang="zh-CN" dirty="0">
              <a:latin typeface="Arial" panose="020B0604020202020204" pitchFamily="34" charset="0"/>
            </a:endParaRPr>
          </a:p>
          <a:p>
            <a:pPr lvl="2"/>
            <a:r>
              <a:rPr lang="en-US" altLang="zh-CN" dirty="0" err="1">
                <a:latin typeface="Arial" panose="020B0604020202020204" pitchFamily="34" charset="0"/>
              </a:rPr>
              <a:t>DataFrame</a:t>
            </a:r>
            <a:r>
              <a:rPr lang="zh-CN" altLang="en-US" dirty="0">
                <a:latin typeface="Arial" panose="020B0604020202020204" pitchFamily="34" charset="0"/>
              </a:rPr>
              <a:t>是一种以</a:t>
            </a:r>
            <a:r>
              <a:rPr lang="en-US" altLang="zh-CN" dirty="0">
                <a:latin typeface="Arial" panose="020B0604020202020204" pitchFamily="34" charset="0"/>
              </a:rPr>
              <a:t>RDD</a:t>
            </a:r>
            <a:r>
              <a:rPr lang="zh-CN" altLang="en-US" dirty="0">
                <a:latin typeface="Arial" panose="020B0604020202020204" pitchFamily="34" charset="0"/>
              </a:rPr>
              <a:t>为基础的分布式数据集，提供了详细的结构信息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Picture 2" descr="http://dblab.xmu.edu.cn/blog/wp-content/uploads/2016/11/DataFrame-RD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484" y="4005064"/>
            <a:ext cx="5364832" cy="270301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9.4.1 </a:t>
            </a:r>
            <a:r>
              <a:rPr lang="en-US" altLang="zh-CN" dirty="0"/>
              <a:t>Spark SQL</a:t>
            </a:r>
            <a:r>
              <a:rPr lang="zh-CN" altLang="en-US" dirty="0"/>
              <a:t>基础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DataFrame</a:t>
            </a:r>
            <a:endParaRPr lang="en-US" altLang="zh-CN" dirty="0" smtClean="0"/>
          </a:p>
          <a:p>
            <a:pPr lvl="1"/>
            <a:r>
              <a:rPr lang="en-US" altLang="zh-CN" dirty="0" err="1"/>
              <a:t>DataFrame</a:t>
            </a:r>
            <a:r>
              <a:rPr lang="en-US" altLang="zh-CN" dirty="0"/>
              <a:t> </a:t>
            </a:r>
            <a:r>
              <a:rPr lang="zh-CN" altLang="en-US" dirty="0" smtClean="0"/>
              <a:t>可以从很多数据源加载数据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DataFrame</a:t>
            </a:r>
            <a:r>
              <a:rPr lang="zh-CN" altLang="en-US" dirty="0" smtClean="0"/>
              <a:t>支持多种文件格式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2924944"/>
            <a:ext cx="5760000" cy="27765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9.4.1 </a:t>
            </a:r>
            <a:r>
              <a:rPr lang="en-US" altLang="zh-CN" dirty="0"/>
              <a:t>Spark SQL</a:t>
            </a:r>
            <a:r>
              <a:rPr lang="zh-CN" altLang="en-US" dirty="0"/>
              <a:t>基础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DataFrame</a:t>
            </a:r>
            <a:r>
              <a:rPr lang="zh-CN" altLang="en-US" dirty="0"/>
              <a:t>是为数据提供了</a:t>
            </a:r>
            <a:r>
              <a:rPr lang="en-US" altLang="zh-CN" dirty="0"/>
              <a:t>Schema</a:t>
            </a:r>
            <a:r>
              <a:rPr lang="zh-CN" altLang="en-US" dirty="0"/>
              <a:t>的视图，可以把它</a:t>
            </a:r>
            <a:r>
              <a:rPr lang="zh-CN" altLang="en-US" dirty="0" smtClean="0"/>
              <a:t>当做一张二维的结构化表来</a:t>
            </a:r>
            <a:r>
              <a:rPr lang="zh-CN" altLang="en-US" dirty="0"/>
              <a:t>对待。</a:t>
            </a:r>
            <a:endParaRPr lang="en-US" altLang="zh-CN" dirty="0"/>
          </a:p>
          <a:p>
            <a:r>
              <a:rPr lang="zh-CN" altLang="en-US" dirty="0"/>
              <a:t>查询</a:t>
            </a:r>
            <a:r>
              <a:rPr lang="zh-CN" altLang="en-US" dirty="0" smtClean="0"/>
              <a:t>计划会通过</a:t>
            </a:r>
            <a:r>
              <a:rPr lang="en-US" altLang="zh-CN" dirty="0"/>
              <a:t>Spark </a:t>
            </a:r>
            <a:r>
              <a:rPr lang="en-US" altLang="zh-CN" dirty="0" smtClean="0"/>
              <a:t>Catalyst</a:t>
            </a:r>
            <a:r>
              <a:rPr lang="zh-CN" altLang="en-US" dirty="0" smtClean="0"/>
              <a:t>优化器进行</a:t>
            </a:r>
            <a:r>
              <a:rPr lang="zh-CN" altLang="en-US" dirty="0"/>
              <a:t>优化</a:t>
            </a:r>
            <a:r>
              <a:rPr lang="zh-CN" altLang="en-US" dirty="0" smtClean="0"/>
              <a:t>，所以</a:t>
            </a:r>
            <a:r>
              <a:rPr lang="en-US" altLang="zh-CN" dirty="0" err="1" smtClean="0"/>
              <a:t>DataFrame</a:t>
            </a:r>
            <a:r>
              <a:rPr lang="zh-CN" altLang="en-US" dirty="0"/>
              <a:t>性能上比</a:t>
            </a:r>
            <a:r>
              <a:rPr lang="en-US" altLang="zh-CN" dirty="0"/>
              <a:t>RDD</a:t>
            </a:r>
            <a:r>
              <a:rPr lang="zh-CN" altLang="en-US" dirty="0"/>
              <a:t>要高。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9.4.1 </a:t>
            </a:r>
            <a:r>
              <a:rPr lang="en-US" altLang="zh-CN" dirty="0"/>
              <a:t>Spark SQL</a:t>
            </a:r>
            <a:r>
              <a:rPr lang="zh-CN" altLang="en-US" dirty="0" smtClean="0"/>
              <a:t>基础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基于</a:t>
            </a:r>
            <a:r>
              <a:rPr lang="en-US" altLang="zh-CN" dirty="0" smtClean="0"/>
              <a:t>Spark SQL</a:t>
            </a:r>
            <a:r>
              <a:rPr lang="zh-CN" altLang="en-US" dirty="0" smtClean="0"/>
              <a:t>，开发人员可以通过简单的</a:t>
            </a:r>
            <a:r>
              <a:rPr lang="en-US" altLang="zh-CN" dirty="0" smtClean="0"/>
              <a:t>SQL</a:t>
            </a:r>
            <a:r>
              <a:rPr lang="zh-CN" altLang="en-US" dirty="0" smtClean="0"/>
              <a:t>实现复杂的大数据计算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内部，</a:t>
            </a:r>
            <a:r>
              <a:rPr lang="en-US" altLang="zh-CN" dirty="0" smtClean="0"/>
              <a:t>Spark SQL</a:t>
            </a:r>
            <a:r>
              <a:rPr lang="zh-CN" altLang="en-US" dirty="0" smtClean="0"/>
              <a:t>会将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语句转换为</a:t>
            </a:r>
            <a:r>
              <a:rPr lang="en-US" altLang="zh-CN" dirty="0" smtClean="0"/>
              <a:t>RDD</a:t>
            </a:r>
            <a:r>
              <a:rPr lang="zh-CN" altLang="en-US" dirty="0" smtClean="0"/>
              <a:t>之间的操作，然后提交到集群并执行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5" y="3140968"/>
            <a:ext cx="4812317" cy="3183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9.4.1 </a:t>
            </a:r>
            <a:r>
              <a:rPr lang="en-US" altLang="zh-CN" dirty="0"/>
              <a:t>Spark SQL</a:t>
            </a:r>
            <a:r>
              <a:rPr lang="zh-CN" altLang="en-US" dirty="0"/>
              <a:t>基础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DataSet</a:t>
            </a:r>
            <a:endParaRPr lang="en-US" altLang="zh-CN" dirty="0" smtClean="0"/>
          </a:p>
          <a:p>
            <a:pPr lvl="1"/>
            <a:r>
              <a:rPr lang="zh-CN" altLang="en-US" sz="2000" dirty="0"/>
              <a:t>是</a:t>
            </a:r>
            <a:r>
              <a:rPr lang="en-US" altLang="zh-CN" sz="2000" dirty="0" err="1"/>
              <a:t>Dataframe</a:t>
            </a:r>
            <a:r>
              <a:rPr lang="en-US" altLang="zh-CN" sz="2000" dirty="0"/>
              <a:t> API</a:t>
            </a:r>
            <a:r>
              <a:rPr lang="zh-CN" altLang="en-US" sz="2000" dirty="0"/>
              <a:t>的一个扩展，是</a:t>
            </a:r>
            <a:r>
              <a:rPr lang="en-US" altLang="zh-CN" sz="2000" dirty="0"/>
              <a:t>Spark</a:t>
            </a:r>
            <a:r>
              <a:rPr lang="zh-CN" altLang="en-US" sz="2000" dirty="0"/>
              <a:t>最新的</a:t>
            </a:r>
            <a:r>
              <a:rPr lang="zh-CN" altLang="en-US" sz="2000" dirty="0" smtClean="0"/>
              <a:t>数据抽象</a:t>
            </a:r>
            <a:endParaRPr lang="en-US" altLang="zh-CN" sz="2000" dirty="0" smtClean="0"/>
          </a:p>
          <a:p>
            <a:pPr lvl="1"/>
            <a:r>
              <a:rPr lang="en-US" altLang="zh-CN" sz="2000" dirty="0" err="1"/>
              <a:t>DataSet</a:t>
            </a:r>
            <a:r>
              <a:rPr lang="zh-CN" altLang="en-US" sz="2000" dirty="0"/>
              <a:t>是强类型的</a:t>
            </a:r>
            <a:endParaRPr lang="en-US" altLang="zh-CN" sz="2000" dirty="0"/>
          </a:p>
          <a:p>
            <a:pPr lvl="1"/>
            <a:r>
              <a:rPr lang="zh-CN" altLang="en-US" sz="2000" dirty="0" smtClean="0"/>
              <a:t>用户友好</a:t>
            </a:r>
            <a:r>
              <a:rPr lang="zh-CN" altLang="en-US" sz="2000" dirty="0"/>
              <a:t>的</a:t>
            </a:r>
            <a:r>
              <a:rPr lang="en-US" altLang="zh-CN" sz="2000" dirty="0"/>
              <a:t>API</a:t>
            </a:r>
            <a:r>
              <a:rPr lang="zh-CN" altLang="en-US" sz="2000" dirty="0"/>
              <a:t>风格，既具有类型安全检查也具有</a:t>
            </a:r>
            <a:r>
              <a:rPr lang="en-US" altLang="zh-CN" sz="2000" dirty="0" err="1"/>
              <a:t>Dataframe</a:t>
            </a:r>
            <a:r>
              <a:rPr lang="zh-CN" altLang="en-US" sz="2000" dirty="0"/>
              <a:t>的查询优化</a:t>
            </a:r>
            <a:r>
              <a:rPr lang="zh-CN" altLang="en-US" sz="2000" dirty="0" smtClean="0"/>
              <a:t>特性</a:t>
            </a:r>
            <a:endParaRPr lang="en-US" altLang="zh-CN" sz="2000" dirty="0" smtClean="0"/>
          </a:p>
          <a:p>
            <a:pPr lvl="1"/>
            <a:r>
              <a:rPr lang="en-US" altLang="zh-CN" sz="2000" dirty="0" err="1"/>
              <a:t>Dataframe</a:t>
            </a:r>
            <a:r>
              <a:rPr lang="zh-CN" altLang="en-US" sz="2000" dirty="0"/>
              <a:t>是</a:t>
            </a:r>
            <a:r>
              <a:rPr lang="en-US" altLang="zh-CN" sz="2000" dirty="0"/>
              <a:t>Dataset</a:t>
            </a:r>
            <a:r>
              <a:rPr lang="zh-CN" altLang="en-US" sz="2000" dirty="0"/>
              <a:t>的特列</a:t>
            </a:r>
            <a:r>
              <a:rPr lang="zh-CN" altLang="en-US" sz="2000" dirty="0" smtClean="0"/>
              <a:t>，</a:t>
            </a:r>
            <a:r>
              <a:rPr lang="en-US" altLang="zh-CN" sz="2000" dirty="0" err="1" smtClean="0"/>
              <a:t>DataFrame</a:t>
            </a:r>
            <a:r>
              <a:rPr lang="en-US" altLang="zh-CN" sz="2000" dirty="0" smtClean="0"/>
              <a:t>=Dataset[Row</a:t>
            </a:r>
            <a:r>
              <a:rPr lang="en-US" altLang="zh-CN" sz="2000" dirty="0"/>
              <a:t>] </a:t>
            </a:r>
            <a:endParaRPr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3794864"/>
            <a:ext cx="7200000" cy="25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 smtClean="0"/>
              <a:t>编程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SparkSession</a:t>
            </a:r>
            <a:endParaRPr lang="en-US" altLang="zh-CN" dirty="0"/>
          </a:p>
          <a:p>
            <a:pPr lvl="1"/>
            <a:r>
              <a:rPr lang="en-US" altLang="zh-CN" dirty="0" err="1"/>
              <a:t>SparkSession</a:t>
            </a:r>
            <a:r>
              <a:rPr lang="zh-CN" altLang="en-US" dirty="0"/>
              <a:t>是</a:t>
            </a:r>
            <a:r>
              <a:rPr lang="en-US" altLang="zh-CN" dirty="0"/>
              <a:t>Spark</a:t>
            </a:r>
            <a:r>
              <a:rPr lang="zh-CN" altLang="en-US" dirty="0"/>
              <a:t>最新的</a:t>
            </a:r>
            <a:r>
              <a:rPr lang="en-US" altLang="zh-CN" dirty="0"/>
              <a:t>SQL</a:t>
            </a:r>
            <a:r>
              <a:rPr lang="zh-CN" altLang="en-US" dirty="0"/>
              <a:t>查询起始</a:t>
            </a:r>
            <a:r>
              <a:rPr lang="zh-CN" altLang="en-US" dirty="0" smtClean="0"/>
              <a:t>点</a:t>
            </a:r>
            <a:endParaRPr lang="en-US" altLang="zh-CN" dirty="0" smtClean="0"/>
          </a:p>
          <a:p>
            <a:pPr lvl="2"/>
            <a:r>
              <a:rPr lang="en-US" altLang="zh-CN" dirty="0" err="1"/>
              <a:t>SparkSession</a:t>
            </a:r>
            <a:r>
              <a:rPr lang="zh-CN" altLang="en-US" dirty="0"/>
              <a:t>是创建</a:t>
            </a:r>
            <a:r>
              <a:rPr lang="en-US" altLang="zh-CN" dirty="0" err="1"/>
              <a:t>DataFrame</a:t>
            </a:r>
            <a:r>
              <a:rPr lang="zh-CN" altLang="en-US" dirty="0"/>
              <a:t>和执行</a:t>
            </a:r>
            <a:r>
              <a:rPr lang="en-US" altLang="zh-CN" dirty="0"/>
              <a:t>SQL</a:t>
            </a:r>
            <a:r>
              <a:rPr lang="zh-CN" altLang="en-US" dirty="0"/>
              <a:t>的入口</a:t>
            </a:r>
            <a:endParaRPr lang="en-US" altLang="zh-CN" dirty="0"/>
          </a:p>
          <a:p>
            <a:pPr lvl="1"/>
            <a:r>
              <a:rPr lang="en-US" altLang="zh-CN" dirty="0" err="1"/>
              <a:t>SparkSession</a:t>
            </a:r>
            <a:r>
              <a:rPr lang="zh-CN" altLang="en-US" dirty="0"/>
              <a:t>内部封装</a:t>
            </a:r>
            <a:r>
              <a:rPr lang="zh-CN" altLang="en-US" dirty="0" smtClean="0"/>
              <a:t>了</a:t>
            </a:r>
            <a:r>
              <a:rPr lang="en-US" altLang="zh-CN" dirty="0" err="1" smtClean="0"/>
              <a:t>SparkContext</a:t>
            </a:r>
            <a:r>
              <a:rPr lang="zh-CN" altLang="en-US" dirty="0"/>
              <a:t>，所以计算实际上是</a:t>
            </a:r>
            <a:r>
              <a:rPr lang="zh-CN" altLang="en-US" dirty="0" smtClean="0"/>
              <a:t>由</a:t>
            </a:r>
            <a:r>
              <a:rPr lang="en-US" altLang="zh-CN" dirty="0" err="1" smtClean="0"/>
              <a:t>SparkContext</a:t>
            </a:r>
            <a:r>
              <a:rPr lang="zh-CN" altLang="en-US" dirty="0"/>
              <a:t>完成的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/>
              <a:t>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DataFrame</a:t>
            </a:r>
            <a:r>
              <a:rPr lang="zh-CN" altLang="en-US" dirty="0"/>
              <a:t>有三种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</a:t>
            </a:r>
            <a:r>
              <a:rPr lang="en-US" altLang="zh-CN" dirty="0"/>
              <a:t>Spark</a:t>
            </a:r>
            <a:r>
              <a:rPr lang="zh-CN" altLang="en-US" dirty="0"/>
              <a:t>的数据源进行</a:t>
            </a:r>
            <a:r>
              <a:rPr lang="zh-CN" altLang="en-US" dirty="0" smtClean="0"/>
              <a:t>创建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</a:t>
            </a:r>
            <a:r>
              <a:rPr lang="zh-CN" altLang="en-US" dirty="0"/>
              <a:t>一个存在的</a:t>
            </a:r>
            <a:r>
              <a:rPr lang="en-US" altLang="zh-CN" dirty="0"/>
              <a:t>RDD</a:t>
            </a:r>
            <a:r>
              <a:rPr lang="zh-CN" altLang="en-US" dirty="0"/>
              <a:t>进行</a:t>
            </a:r>
            <a:r>
              <a:rPr lang="zh-CN" altLang="en-US" dirty="0" smtClean="0"/>
              <a:t>转换</a:t>
            </a:r>
            <a:endParaRPr lang="en-US" altLang="zh-CN" dirty="0" smtClean="0"/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从</a:t>
            </a:r>
            <a:r>
              <a:rPr lang="en-US" altLang="zh-CN" dirty="0">
                <a:solidFill>
                  <a:srgbClr val="FF0000"/>
                </a:solidFill>
              </a:rPr>
              <a:t>Hive Table</a:t>
            </a:r>
            <a:r>
              <a:rPr lang="zh-CN" altLang="en-US" dirty="0">
                <a:solidFill>
                  <a:srgbClr val="FF0000"/>
                </a:solidFill>
              </a:rPr>
              <a:t>进行查询</a:t>
            </a:r>
            <a:r>
              <a:rPr lang="zh-CN" altLang="en-US" dirty="0" smtClean="0">
                <a:solidFill>
                  <a:srgbClr val="FF0000"/>
                </a:solidFill>
              </a:rPr>
              <a:t>返回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/>
              <a:t>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DataFrame</a:t>
            </a:r>
            <a:r>
              <a:rPr lang="zh-CN" altLang="en-US" dirty="0"/>
              <a:t>有三种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</a:t>
            </a:r>
            <a:r>
              <a:rPr lang="en-US" altLang="zh-CN" dirty="0"/>
              <a:t>Spark</a:t>
            </a:r>
            <a:r>
              <a:rPr lang="zh-CN" altLang="en-US" dirty="0"/>
              <a:t>的数据源进行</a:t>
            </a:r>
            <a:r>
              <a:rPr lang="zh-CN" altLang="en-US" dirty="0" smtClean="0"/>
              <a:t>创建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471637"/>
            <a:ext cx="6990518" cy="165618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4437173"/>
            <a:ext cx="2505425" cy="7906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4371611"/>
            <a:ext cx="1553617" cy="1405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/>
              <a:t>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DataFrame</a:t>
            </a:r>
            <a:r>
              <a:rPr lang="zh-CN" altLang="en-US" dirty="0"/>
              <a:t>有三种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</a:t>
            </a:r>
            <a:r>
              <a:rPr lang="zh-CN" altLang="en-US" dirty="0"/>
              <a:t>一个存在的</a:t>
            </a:r>
            <a:r>
              <a:rPr lang="en-US" altLang="zh-CN" dirty="0"/>
              <a:t>RDD</a:t>
            </a:r>
            <a:r>
              <a:rPr lang="zh-CN" altLang="en-US" dirty="0"/>
              <a:t>进行</a:t>
            </a:r>
            <a:r>
              <a:rPr lang="zh-CN" altLang="en-US" dirty="0" smtClean="0"/>
              <a:t>转换</a:t>
            </a:r>
            <a:endParaRPr lang="en-US" altLang="zh-CN" dirty="0" smtClean="0"/>
          </a:p>
          <a:p>
            <a:pPr lvl="2"/>
            <a:r>
              <a:rPr lang="zh-CN" altLang="en-US" dirty="0"/>
              <a:t>利用反射机制推断</a:t>
            </a:r>
            <a:r>
              <a:rPr lang="en-US" altLang="zh-CN" dirty="0"/>
              <a:t>RDD</a:t>
            </a:r>
            <a:r>
              <a:rPr lang="zh-CN" altLang="en-US" dirty="0" smtClean="0"/>
              <a:t>模式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780928"/>
            <a:ext cx="6592220" cy="23815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225021"/>
            <a:ext cx="1371791" cy="76210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5162510"/>
            <a:ext cx="1362265" cy="1143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/>
              <a:t>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</a:t>
            </a:r>
            <a:r>
              <a:rPr lang="en-US" altLang="zh-CN" dirty="0" err="1"/>
              <a:t>DataFrame</a:t>
            </a:r>
            <a:r>
              <a:rPr lang="zh-CN" altLang="en-US" dirty="0"/>
              <a:t>有三种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</a:t>
            </a:r>
            <a:r>
              <a:rPr lang="zh-CN" altLang="en-US" dirty="0"/>
              <a:t>一个存在的</a:t>
            </a:r>
            <a:r>
              <a:rPr lang="en-US" altLang="zh-CN" dirty="0"/>
              <a:t>RDD</a:t>
            </a:r>
            <a:r>
              <a:rPr lang="zh-CN" altLang="en-US" dirty="0"/>
              <a:t>进行</a:t>
            </a:r>
            <a:r>
              <a:rPr lang="zh-CN" altLang="en-US" dirty="0" smtClean="0"/>
              <a:t>转换</a:t>
            </a:r>
            <a:endParaRPr lang="en-US" altLang="zh-CN" dirty="0" smtClean="0"/>
          </a:p>
          <a:p>
            <a:pPr lvl="2"/>
            <a:r>
              <a:rPr lang="zh-CN" altLang="en-US" dirty="0"/>
              <a:t>使用编程方式定义</a:t>
            </a:r>
            <a:r>
              <a:rPr lang="en-US" altLang="zh-CN" dirty="0"/>
              <a:t>RDD</a:t>
            </a:r>
            <a:r>
              <a:rPr lang="zh-CN" altLang="en-US" dirty="0"/>
              <a:t>模式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5571738"/>
            <a:ext cx="1371791" cy="76210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5190684"/>
            <a:ext cx="1362265" cy="11431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42" y="2852936"/>
            <a:ext cx="6735115" cy="26578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/>
              <a:t>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Spark 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视图操作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在实际开发中，若将</a:t>
            </a:r>
            <a:r>
              <a:rPr lang="en-US" altLang="zh-CN" dirty="0" err="1" smtClean="0"/>
              <a:t>DataFrame</a:t>
            </a:r>
            <a:r>
              <a:rPr lang="zh-CN" altLang="en-US" dirty="0" smtClean="0"/>
              <a:t>映射为视图，就可以直接在视图上执行</a:t>
            </a:r>
            <a:r>
              <a:rPr lang="en-US" altLang="zh-CN" dirty="0" smtClean="0"/>
              <a:t>SQL</a:t>
            </a:r>
            <a:r>
              <a:rPr lang="zh-CN" altLang="en-US" dirty="0" smtClean="0"/>
              <a:t>操作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Spark</a:t>
            </a:r>
            <a:r>
              <a:rPr lang="zh-CN" altLang="en-US" dirty="0" smtClean="0"/>
              <a:t>视图分为临时视图和全局临时视图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临时视图</a:t>
            </a:r>
            <a:r>
              <a:rPr lang="en-US" altLang="zh-CN" dirty="0" smtClean="0"/>
              <a:t>:</a:t>
            </a:r>
            <a:r>
              <a:rPr lang="zh-CN" altLang="en-US" dirty="0" smtClean="0"/>
              <a:t>仅限会话范围，如果创建临时视图的会话终止，临时视图就会消失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全局临时视图：能在会话之间共享并使其保持活动状态，直到</a:t>
            </a:r>
            <a:r>
              <a:rPr lang="en-US" altLang="zh-CN" dirty="0" smtClean="0"/>
              <a:t>Spark</a:t>
            </a:r>
            <a:r>
              <a:rPr lang="zh-CN" altLang="en-US" dirty="0" smtClean="0"/>
              <a:t>应用程序终止</a:t>
            </a:r>
            <a:endParaRPr lang="en-US" altLang="zh-CN" dirty="0" smtClean="0"/>
          </a:p>
          <a:p>
            <a:pPr lvl="3"/>
            <a:r>
              <a:rPr lang="zh-CN" altLang="en-US" dirty="0" smtClean="0"/>
              <a:t>全局临时视图与系统保留数据库</a:t>
            </a:r>
            <a:r>
              <a:rPr lang="en-US" altLang="zh-CN" dirty="0" err="1" smtClean="0"/>
              <a:t>global_temp</a:t>
            </a:r>
            <a:r>
              <a:rPr lang="zh-CN" altLang="en-US" dirty="0" smtClean="0"/>
              <a:t>绑定在一起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/>
              <a:t>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Spark </a:t>
            </a:r>
            <a:r>
              <a:rPr lang="en-US" altLang="zh-CN" dirty="0" smtClean="0"/>
              <a:t>SQL</a:t>
            </a:r>
            <a:r>
              <a:rPr lang="zh-CN" altLang="en-US" dirty="0" smtClean="0"/>
              <a:t>视图操作</a:t>
            </a:r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988840"/>
            <a:ext cx="6799815" cy="2016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/>
              <a:t>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Dataset</a:t>
            </a:r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转</a:t>
            </a:r>
            <a:r>
              <a:rPr lang="en-US" altLang="zh-CN" dirty="0" smtClean="0"/>
              <a:t>Dataset</a:t>
            </a:r>
          </a:p>
          <a:p>
            <a:pPr lvl="1"/>
            <a:r>
              <a:rPr lang="en-US" altLang="zh-CN" dirty="0" err="1" smtClean="0"/>
              <a:t>DataFrame</a:t>
            </a:r>
            <a:r>
              <a:rPr lang="zh-CN" altLang="en-US" dirty="0" smtClean="0"/>
              <a:t>转</a:t>
            </a:r>
            <a:r>
              <a:rPr lang="en-US" altLang="zh-CN" dirty="0" err="1" smtClean="0"/>
              <a:t>DataSet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DataSet</a:t>
            </a:r>
            <a:r>
              <a:rPr lang="zh-CN" altLang="en-US" dirty="0" smtClean="0"/>
              <a:t>转</a:t>
            </a:r>
            <a:r>
              <a:rPr lang="en-US" altLang="zh-CN" dirty="0" err="1" smtClean="0"/>
              <a:t>DataFrame</a:t>
            </a:r>
            <a:r>
              <a:rPr lang="zh-CN" altLang="en-US" dirty="0" smtClean="0"/>
              <a:t> </a:t>
            </a:r>
            <a:endParaRPr lang="zh-CN" altLang="en-US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9.4.2 </a:t>
            </a:r>
            <a:r>
              <a:rPr lang="en-US" altLang="zh-CN" dirty="0"/>
              <a:t>Spark SQL</a:t>
            </a:r>
            <a:r>
              <a:rPr lang="zh-CN" altLang="en-US" dirty="0"/>
              <a:t>编程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Dataset</a:t>
            </a:r>
          </a:p>
          <a:p>
            <a:pPr lvl="1"/>
            <a:r>
              <a:rPr lang="en-US" altLang="zh-CN" dirty="0" smtClean="0"/>
              <a:t>RDD</a:t>
            </a:r>
            <a:r>
              <a:rPr lang="zh-CN" altLang="en-US" dirty="0" smtClean="0"/>
              <a:t>转</a:t>
            </a:r>
            <a:r>
              <a:rPr lang="en-US" altLang="zh-CN" dirty="0" smtClean="0"/>
              <a:t>Dataset</a:t>
            </a:r>
          </a:p>
          <a:p>
            <a:pPr lvl="1"/>
            <a:r>
              <a:rPr lang="en-US" altLang="zh-CN" dirty="0" err="1" smtClean="0"/>
              <a:t>DataFrame</a:t>
            </a:r>
            <a:r>
              <a:rPr lang="zh-CN" altLang="en-US" dirty="0" smtClean="0"/>
              <a:t>转</a:t>
            </a:r>
            <a:r>
              <a:rPr lang="en-US" altLang="zh-CN" dirty="0" err="1" smtClean="0"/>
              <a:t>DataSet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DataSet</a:t>
            </a:r>
            <a:r>
              <a:rPr lang="zh-CN" altLang="en-US" dirty="0" smtClean="0"/>
              <a:t>转</a:t>
            </a:r>
            <a:r>
              <a:rPr lang="en-US" altLang="zh-CN" dirty="0" err="1" smtClean="0"/>
              <a:t>DataFrame</a:t>
            </a:r>
            <a:r>
              <a:rPr lang="zh-CN" altLang="en-US" dirty="0" smtClean="0"/>
              <a:t> 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429000"/>
            <a:ext cx="6677957" cy="2705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819400" y="4953000"/>
            <a:ext cx="5167313" cy="414338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dist">
              <a:lnSpc>
                <a:spcPct val="80000"/>
              </a:lnSpc>
            </a:pPr>
            <a:r>
              <a:rPr lang="en-US" altLang="zh-CN" sz="18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Click to edit company slogan .</a:t>
            </a:r>
          </a:p>
        </p:txBody>
      </p:sp>
      <p:sp>
        <p:nvSpPr>
          <p:cNvPr id="87045" name="WordArt 5"/>
          <p:cNvSpPr>
            <a:spLocks noChangeArrowheads="1" noChangeShapeType="1" noTextEdit="1"/>
          </p:cNvSpPr>
          <p:nvPr/>
        </p:nvSpPr>
        <p:spPr bwMode="gray">
          <a:xfrm>
            <a:off x="2556024" y="2637269"/>
            <a:ext cx="2951733" cy="863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zh-CN" altLang="en-US" sz="3600" b="1" kern="10" dirty="0" smtClean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谢谢</a:t>
            </a:r>
            <a:r>
              <a:rPr lang="en-US" altLang="zh-CN" sz="3600" b="1" kern="10" dirty="0" smtClean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52388df7-7180-4c67-8389-e38ca09b715e"/>
  <p:tag name="COMMONDATA" val="eyJoZGlkIjoiNjYzYmQ4MGM5NjVhYzM2OThiNDcwNmI4ODhhMWFmMzcifQ=="/>
</p:tagLst>
</file>

<file path=ppt/theme/theme1.xml><?xml version="1.0" encoding="utf-8"?>
<a:theme xmlns:a="http://schemas.openxmlformats.org/drawingml/2006/main" name="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6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7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8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9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0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1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2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3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4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25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26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27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8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29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0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31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32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3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34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35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36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37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38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39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40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41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42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43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44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45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6.xml><?xml version="1.0" encoding="utf-8"?>
<a:theme xmlns:a="http://schemas.openxmlformats.org/drawingml/2006/main" name="46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7.xml><?xml version="1.0" encoding="utf-8"?>
<a:theme xmlns:a="http://schemas.openxmlformats.org/drawingml/2006/main" name="47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8.xml><?xml version="1.0" encoding="utf-8"?>
<a:theme xmlns:a="http://schemas.openxmlformats.org/drawingml/2006/main" name="48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9.xml><?xml version="1.0" encoding="utf-8"?>
<a:theme xmlns:a="http://schemas.openxmlformats.org/drawingml/2006/main" name="49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0.xml><?xml version="1.0" encoding="utf-8"?>
<a:theme xmlns:a="http://schemas.openxmlformats.org/drawingml/2006/main" name="50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1.xml><?xml version="1.0" encoding="utf-8"?>
<a:theme xmlns:a="http://schemas.openxmlformats.org/drawingml/2006/main" name="51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2.xml><?xml version="1.0" encoding="utf-8"?>
<a:theme xmlns:a="http://schemas.openxmlformats.org/drawingml/2006/main" name="52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3.xml><?xml version="1.0" encoding="utf-8"?>
<a:theme xmlns:a="http://schemas.openxmlformats.org/drawingml/2006/main" name="53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4.xml><?xml version="1.0" encoding="utf-8"?>
<a:theme xmlns:a="http://schemas.openxmlformats.org/drawingml/2006/main" name="54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5.xml><?xml version="1.0" encoding="utf-8"?>
<a:theme xmlns:a="http://schemas.openxmlformats.org/drawingml/2006/main" name="55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6.xml><?xml version="1.0" encoding="utf-8"?>
<a:theme xmlns:a="http://schemas.openxmlformats.org/drawingml/2006/main" name="56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7.xml><?xml version="1.0" encoding="utf-8"?>
<a:theme xmlns:a="http://schemas.openxmlformats.org/drawingml/2006/main" name="57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8.xml><?xml version="1.0" encoding="utf-8"?>
<a:theme xmlns:a="http://schemas.openxmlformats.org/drawingml/2006/main" name="58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9.xml><?xml version="1.0" encoding="utf-8"?>
<a:theme xmlns:a="http://schemas.openxmlformats.org/drawingml/2006/main" name="59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0.xml><?xml version="1.0" encoding="utf-8"?>
<a:theme xmlns:a="http://schemas.openxmlformats.org/drawingml/2006/main" name="60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1.xml><?xml version="1.0" encoding="utf-8"?>
<a:theme xmlns:a="http://schemas.openxmlformats.org/drawingml/2006/main" name="61_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cdb2004c012l</Template>
  <TotalTime>5</TotalTime>
  <Words>3943</Words>
  <Application>Microsoft Office PowerPoint</Application>
  <PresentationFormat>全屏显示(4:3)</PresentationFormat>
  <Paragraphs>485</Paragraphs>
  <Slides>87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61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87</vt:i4>
      </vt:variant>
    </vt:vector>
  </HeadingPairs>
  <TitlesOfParts>
    <vt:vector size="155" baseType="lpstr">
      <vt:lpstr>宋体</vt:lpstr>
      <vt:lpstr>Arial</vt:lpstr>
      <vt:lpstr>Calibri</vt:lpstr>
      <vt:lpstr>Times New Roman</vt:lpstr>
      <vt:lpstr>Verdana</vt:lpstr>
      <vt:lpstr>Wingdings</vt:lpstr>
      <vt:lpstr>cdb2004c012l</vt:lpstr>
      <vt:lpstr>2_cdb2004c012l</vt:lpstr>
      <vt:lpstr>3_cdb2004c012l</vt:lpstr>
      <vt:lpstr>4_cdb2004c012l</vt:lpstr>
      <vt:lpstr>5_cdb2004c012l</vt:lpstr>
      <vt:lpstr>6_cdb2004c012l</vt:lpstr>
      <vt:lpstr>7_cdb2004c012l</vt:lpstr>
      <vt:lpstr>8_cdb2004c012l</vt:lpstr>
      <vt:lpstr>9_cdb2004c012l</vt:lpstr>
      <vt:lpstr>10_cdb2004c012l</vt:lpstr>
      <vt:lpstr>11_cdb2004c012l</vt:lpstr>
      <vt:lpstr>12_cdb2004c012l</vt:lpstr>
      <vt:lpstr>13_cdb2004c012l</vt:lpstr>
      <vt:lpstr>14_cdb2004c012l</vt:lpstr>
      <vt:lpstr>15_cdb2004c012l</vt:lpstr>
      <vt:lpstr>16_cdb2004c012l</vt:lpstr>
      <vt:lpstr>17_cdb2004c012l</vt:lpstr>
      <vt:lpstr>18_cdb2004c012l</vt:lpstr>
      <vt:lpstr>19_cdb2004c012l</vt:lpstr>
      <vt:lpstr>20_cdb2004c012l</vt:lpstr>
      <vt:lpstr>21_cdb2004c012l</vt:lpstr>
      <vt:lpstr>22_cdb2004c012l</vt:lpstr>
      <vt:lpstr>23_cdb2004c012l</vt:lpstr>
      <vt:lpstr>24_cdb2004c012l</vt:lpstr>
      <vt:lpstr>25_cdb2004c012l</vt:lpstr>
      <vt:lpstr>26_cdb2004c012l</vt:lpstr>
      <vt:lpstr>27_cdb2004c012l</vt:lpstr>
      <vt:lpstr>28_cdb2004c012l</vt:lpstr>
      <vt:lpstr>29_cdb2004c012l</vt:lpstr>
      <vt:lpstr>30_cdb2004c012l</vt:lpstr>
      <vt:lpstr>31_cdb2004c012l</vt:lpstr>
      <vt:lpstr>32_cdb2004c012l</vt:lpstr>
      <vt:lpstr>33_cdb2004c012l</vt:lpstr>
      <vt:lpstr>34_cdb2004c012l</vt:lpstr>
      <vt:lpstr>35_cdb2004c012l</vt:lpstr>
      <vt:lpstr>36_cdb2004c012l</vt:lpstr>
      <vt:lpstr>37_cdb2004c012l</vt:lpstr>
      <vt:lpstr>38_cdb2004c012l</vt:lpstr>
      <vt:lpstr>39_cdb2004c012l</vt:lpstr>
      <vt:lpstr>40_cdb2004c012l</vt:lpstr>
      <vt:lpstr>41_cdb2004c012l</vt:lpstr>
      <vt:lpstr>42_cdb2004c012l</vt:lpstr>
      <vt:lpstr>43_cdb2004c012l</vt:lpstr>
      <vt:lpstr>44_cdb2004c012l</vt:lpstr>
      <vt:lpstr>45_cdb2004c012l</vt:lpstr>
      <vt:lpstr>46_cdb2004c012l</vt:lpstr>
      <vt:lpstr>47_cdb2004c012l</vt:lpstr>
      <vt:lpstr>48_cdb2004c012l</vt:lpstr>
      <vt:lpstr>49_cdb2004c012l</vt:lpstr>
      <vt:lpstr>50_cdb2004c012l</vt:lpstr>
      <vt:lpstr>51_cdb2004c012l</vt:lpstr>
      <vt:lpstr>52_cdb2004c012l</vt:lpstr>
      <vt:lpstr>53_cdb2004c012l</vt:lpstr>
      <vt:lpstr>54_cdb2004c012l</vt:lpstr>
      <vt:lpstr>55_cdb2004c012l</vt:lpstr>
      <vt:lpstr>56_cdb2004c012l</vt:lpstr>
      <vt:lpstr>57_cdb2004c012l</vt:lpstr>
      <vt:lpstr>58_cdb2004c012l</vt:lpstr>
      <vt:lpstr>59_cdb2004c012l</vt:lpstr>
      <vt:lpstr>60_cdb2004c012l</vt:lpstr>
      <vt:lpstr>61_cdb2004c012l</vt:lpstr>
      <vt:lpstr>Microsoft Visio 绘图</vt:lpstr>
      <vt:lpstr>第9章 Spark</vt:lpstr>
      <vt:lpstr>主要内容</vt:lpstr>
      <vt:lpstr>9.1 Spark概述</vt:lpstr>
      <vt:lpstr>9.1 Spark概述</vt:lpstr>
      <vt:lpstr>9.1 Spark概述</vt:lpstr>
      <vt:lpstr>9.1 Spark概述</vt:lpstr>
      <vt:lpstr>9.1 Spark概述</vt:lpstr>
      <vt:lpstr>9.1 Spark概述</vt:lpstr>
      <vt:lpstr>9.1 Spark概述</vt:lpstr>
      <vt:lpstr>主要内容</vt:lpstr>
      <vt:lpstr>9.2 Spark基础</vt:lpstr>
      <vt:lpstr>9.2.1 基本概念</vt:lpstr>
      <vt:lpstr>9.2.2 运行架构</vt:lpstr>
      <vt:lpstr>9.2.2 运行架构</vt:lpstr>
      <vt:lpstr>9.2.2 运行架构</vt:lpstr>
      <vt:lpstr>9.2.2 运行架构</vt:lpstr>
      <vt:lpstr>9.2.2 运行架构</vt:lpstr>
      <vt:lpstr>9.2.2 运行架构</vt:lpstr>
      <vt:lpstr>9.2.2 Spark集群环境搭建</vt:lpstr>
      <vt:lpstr>9.2.2 Spark集群环境搭建</vt:lpstr>
      <vt:lpstr>9.2.2 Spark集群环境搭建</vt:lpstr>
      <vt:lpstr>9.2.2 运行架构</vt:lpstr>
      <vt:lpstr>9.2.2 运行架构</vt:lpstr>
      <vt:lpstr>9.2.2 运行架构</vt:lpstr>
      <vt:lpstr>9.2.3 Spark Shell</vt:lpstr>
      <vt:lpstr>9.2.3 Spark Shell</vt:lpstr>
      <vt:lpstr>9.2.3 Spark Shell</vt:lpstr>
      <vt:lpstr>主要内容</vt:lpstr>
      <vt:lpstr>9.3 Spark RDD</vt:lpstr>
      <vt:lpstr>9.3.1 RDD简介</vt:lpstr>
      <vt:lpstr>9.3.1 RDD简介</vt:lpstr>
      <vt:lpstr>9.3.1 RDD简介</vt:lpstr>
      <vt:lpstr>9.3.1 RDD简介</vt:lpstr>
      <vt:lpstr>9.3.1 RDD简介</vt:lpstr>
      <vt:lpstr>PowerPoint 演示文稿</vt:lpstr>
      <vt:lpstr>PowerPoint 演示文稿</vt:lpstr>
      <vt:lpstr>PowerPoint 演示文稿</vt:lpstr>
      <vt:lpstr>9.3.1 RDD简介</vt:lpstr>
      <vt:lpstr>9.3.1 RDD简介</vt:lpstr>
      <vt:lpstr>9.3.2 工作原理</vt:lpstr>
      <vt:lpstr>PowerPoint 演示文稿</vt:lpstr>
      <vt:lpstr>PowerPoint 演示文稿</vt:lpstr>
      <vt:lpstr>9.3.2 工作原理</vt:lpstr>
      <vt:lpstr>9.3.2 工作原理</vt:lpstr>
      <vt:lpstr>9.3.2 工作原理</vt:lpstr>
      <vt:lpstr>9.3.2 工作原理</vt:lpstr>
      <vt:lpstr>9.3.2 工作原理</vt:lpstr>
      <vt:lpstr>9.3.2 工作原理</vt:lpstr>
      <vt:lpstr>9.3.2 工作原理</vt:lpstr>
      <vt:lpstr>9.3.2 工作原理</vt:lpstr>
      <vt:lpstr>9.3.3 容错机制</vt:lpstr>
      <vt:lpstr>9.3.3 容错机制</vt:lpstr>
      <vt:lpstr>9.3.3 容错机制</vt:lpstr>
      <vt:lpstr>  </vt:lpstr>
      <vt:lpstr>9.3.3 容错机制</vt:lpstr>
      <vt:lpstr>9.3.3 容错机制</vt:lpstr>
      <vt:lpstr>9.3.3 容错机制</vt:lpstr>
      <vt:lpstr>9.3.3 容错机制</vt:lpstr>
      <vt:lpstr>9.3.3 容错机制</vt:lpstr>
      <vt:lpstr>9.3.3 容错机制</vt:lpstr>
      <vt:lpstr>9.3.4 编程示例</vt:lpstr>
      <vt:lpstr>9.3.4 编程示例</vt:lpstr>
      <vt:lpstr>9.3.4 编程示例</vt:lpstr>
      <vt:lpstr>9.3.4 编程示例</vt:lpstr>
      <vt:lpstr>9.3.4 编程示例</vt:lpstr>
      <vt:lpstr>9.3.4 编程示例</vt:lpstr>
      <vt:lpstr>9.3.4 编程示例</vt:lpstr>
      <vt:lpstr>9.3.4 编程示例</vt:lpstr>
      <vt:lpstr>9.3.4 编程示例</vt:lpstr>
      <vt:lpstr>主要内容</vt:lpstr>
      <vt:lpstr>9.4 Spark SQL</vt:lpstr>
      <vt:lpstr>9.4.1 Spark SQL基础</vt:lpstr>
      <vt:lpstr>9.4.1 Spark SQL基础</vt:lpstr>
      <vt:lpstr>9.4.1 Spark SQL基础</vt:lpstr>
      <vt:lpstr>9.4.1 Spark SQL基础</vt:lpstr>
      <vt:lpstr>9.4.1 Spark SQL基础</vt:lpstr>
      <vt:lpstr>9.4.1 Spark SQL基础</vt:lpstr>
      <vt:lpstr>9.4.2 Spark SQL编程</vt:lpstr>
      <vt:lpstr>9.4.2 Spark SQL编程</vt:lpstr>
      <vt:lpstr>9.4.2 Spark SQL编程</vt:lpstr>
      <vt:lpstr>9.4.2 Spark SQL编程</vt:lpstr>
      <vt:lpstr>9.4.2 Spark SQL编程</vt:lpstr>
      <vt:lpstr>9.4.2 Spark SQL编程</vt:lpstr>
      <vt:lpstr>9.4.2 Spark SQL编程</vt:lpstr>
      <vt:lpstr>9.4.2 Spark SQL编程</vt:lpstr>
      <vt:lpstr>9.4.2 Spark SQL编程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hadoop</dc:creator>
  <cp:lastModifiedBy>Chen Hongshun</cp:lastModifiedBy>
  <cp:revision>153</cp:revision>
  <dcterms:created xsi:type="dcterms:W3CDTF">2017-03-03T01:55:00Z</dcterms:created>
  <dcterms:modified xsi:type="dcterms:W3CDTF">2023-05-16T07:07:45Z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9855722A59AA48C0827152A8D5EB29A3_13</vt:lpwstr>
  </property>
</Properties>
</file>